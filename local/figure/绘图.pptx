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6012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>
        <p:scale>
          <a:sx n="125" d="100"/>
          <a:sy n="125" d="100"/>
        </p:scale>
        <p:origin x="72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83861"/>
            <a:ext cx="72009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36605"/>
            <a:ext cx="72009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16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50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46419"/>
            <a:ext cx="828103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14203"/>
            <a:ext cx="828103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44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37680"/>
            <a:ext cx="408051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37680"/>
            <a:ext cx="408051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19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87536"/>
            <a:ext cx="8281035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23916"/>
            <a:ext cx="406175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1972747"/>
            <a:ext cx="4061757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23916"/>
            <a:ext cx="408176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972747"/>
            <a:ext cx="4081761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17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5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5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77597"/>
            <a:ext cx="4860608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05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0045"/>
            <a:ext cx="30966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77597"/>
            <a:ext cx="4860608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20202"/>
            <a:ext cx="30966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27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589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87536"/>
            <a:ext cx="2070259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87536"/>
            <a:ext cx="6090761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5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87536"/>
            <a:ext cx="828103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37680"/>
            <a:ext cx="828103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1061A-D858-4D55-94AA-C3DF8F733AB2}" type="datetimeFigureOut">
              <a:rPr lang="zh-CN" altLang="en-US" smtClean="0"/>
              <a:t>2024/2/20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05626"/>
            <a:ext cx="324040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05626"/>
            <a:ext cx="216027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00AD1-9A80-45DA-927E-05CB034A5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44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5DD967B-37EF-4DEB-907D-99777468F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3" y="1815376"/>
            <a:ext cx="1977575" cy="14831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94EE31-2F06-4DF8-A7EA-2EC8C1FF5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261" y="2122473"/>
            <a:ext cx="1487720" cy="111578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F75E52-8C17-405A-AF21-BEA0CE5B6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95" y="2122473"/>
            <a:ext cx="1487720" cy="111578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51BDF6C-CC4E-41C6-8B6C-EC46D59770EE}"/>
              </a:ext>
            </a:extLst>
          </p:cNvPr>
          <p:cNvSpPr/>
          <p:nvPr/>
        </p:nvSpPr>
        <p:spPr>
          <a:xfrm>
            <a:off x="3369382" y="2273558"/>
            <a:ext cx="212559" cy="188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F7CF4-B5CB-4D95-A508-B73CB200986B}"/>
              </a:ext>
            </a:extLst>
          </p:cNvPr>
          <p:cNvSpPr/>
          <p:nvPr/>
        </p:nvSpPr>
        <p:spPr>
          <a:xfrm>
            <a:off x="4942312" y="2504939"/>
            <a:ext cx="99193" cy="944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0F3FB6-3B86-476B-A648-761D449E9E3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69381" y="2273555"/>
            <a:ext cx="1572928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B49326-FA32-40BB-9312-47807AB694B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581938" y="2273555"/>
            <a:ext cx="1360369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BBDE85F-3E0F-4169-B763-61878B1245A2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69381" y="2462499"/>
            <a:ext cx="1572928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D4CBA2-F2C9-438A-8649-199C0358DEC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581938" y="2462499"/>
            <a:ext cx="1360369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FAF25254-51CB-4218-84EB-2AD9974529F9}"/>
              </a:ext>
            </a:extLst>
          </p:cNvPr>
          <p:cNvSpPr/>
          <p:nvPr/>
        </p:nvSpPr>
        <p:spPr>
          <a:xfrm>
            <a:off x="5609567" y="2543770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744B25EB-6C7A-43C2-8744-187D3E8870AA}"/>
              </a:ext>
            </a:extLst>
          </p:cNvPr>
          <p:cNvSpPr/>
          <p:nvPr/>
        </p:nvSpPr>
        <p:spPr>
          <a:xfrm rot="5770042">
            <a:off x="5552884" y="2480765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E611135-5E3B-4AD7-8DB3-5AE3BDD4516E}"/>
              </a:ext>
            </a:extLst>
          </p:cNvPr>
          <p:cNvCxnSpPr>
            <a:cxnSpLocks/>
            <a:stCxn id="39" idx="0"/>
          </p:cNvCxnSpPr>
          <p:nvPr/>
        </p:nvCxnSpPr>
        <p:spPr>
          <a:xfrm>
            <a:off x="5771440" y="2597938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2B0D08-1641-4F06-AABF-7465F20304FE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154869" y="2289455"/>
            <a:ext cx="454700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4D258C5-4BE7-4E33-A956-CC0D2C8714E1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154869" y="2667848"/>
            <a:ext cx="454700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E43548A-B6AE-4A4F-8683-5B092586D011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4335743" y="2289455"/>
            <a:ext cx="1273824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3BCA034-D3E2-46BA-AE54-7A610056AB25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305396" y="2667848"/>
            <a:ext cx="1304169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219451-B60C-4977-9E5D-72F9DDF2FF19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5844311" y="2667844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3B3DD61-CBB0-49E4-83DD-139CB03E2D4D}"/>
              </a:ext>
            </a:extLst>
          </p:cNvPr>
          <p:cNvCxnSpPr>
            <a:cxnSpLocks/>
          </p:cNvCxnSpPr>
          <p:nvPr/>
        </p:nvCxnSpPr>
        <p:spPr>
          <a:xfrm>
            <a:off x="5948413" y="2543772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6E3493D-944A-435A-8AB5-60F7BD4C030D}"/>
              </a:ext>
            </a:extLst>
          </p:cNvPr>
          <p:cNvCxnSpPr>
            <a:cxnSpLocks/>
          </p:cNvCxnSpPr>
          <p:nvPr/>
        </p:nvCxnSpPr>
        <p:spPr>
          <a:xfrm>
            <a:off x="6019265" y="2543772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C3506A-7AEC-4B78-97C6-722F6E04D6DB}"/>
              </a:ext>
            </a:extLst>
          </p:cNvPr>
          <p:cNvCxnSpPr>
            <a:cxnSpLocks/>
          </p:cNvCxnSpPr>
          <p:nvPr/>
        </p:nvCxnSpPr>
        <p:spPr>
          <a:xfrm>
            <a:off x="6170417" y="2543772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C32CFFFD-9028-451F-AD87-208D645F5206}"/>
              </a:ext>
            </a:extLst>
          </p:cNvPr>
          <p:cNvSpPr/>
          <p:nvPr/>
        </p:nvSpPr>
        <p:spPr>
          <a:xfrm>
            <a:off x="2528939" y="3238669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71" name="弧形 70">
            <a:extLst>
              <a:ext uri="{FF2B5EF4-FFF2-40B4-BE49-F238E27FC236}">
                <a16:creationId xmlns:a16="http://schemas.microsoft.com/office/drawing/2014/main" id="{9826750A-2C42-445A-9854-0605C112A82E}"/>
              </a:ext>
            </a:extLst>
          </p:cNvPr>
          <p:cNvSpPr/>
          <p:nvPr/>
        </p:nvSpPr>
        <p:spPr>
          <a:xfrm rot="5770042">
            <a:off x="2472257" y="3175663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36218D9-BFBF-4DDF-9B21-20971131A4B9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2690811" y="3292837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09A6D0B-7FFE-4362-85AD-DA0B9A849DFE}"/>
              </a:ext>
            </a:extLst>
          </p:cNvPr>
          <p:cNvSpPr txBox="1"/>
          <p:nvPr/>
        </p:nvSpPr>
        <p:spPr>
          <a:xfrm>
            <a:off x="2804921" y="3250063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Spiking neuron</a:t>
            </a:r>
            <a:endParaRPr lang="zh-CN" altLang="en-US" sz="1116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366A323-C52B-4F42-9E5C-8A83136B22F7}"/>
              </a:ext>
            </a:extLst>
          </p:cNvPr>
          <p:cNvSpPr txBox="1"/>
          <p:nvPr/>
        </p:nvSpPr>
        <p:spPr>
          <a:xfrm>
            <a:off x="4572192" y="3261459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Spikes</a:t>
            </a:r>
            <a:endParaRPr lang="zh-CN" altLang="en-US" sz="1116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619CACC-7DDC-4F5B-B5D5-A975E1CF07A3}"/>
              </a:ext>
            </a:extLst>
          </p:cNvPr>
          <p:cNvSpPr/>
          <p:nvPr/>
        </p:nvSpPr>
        <p:spPr>
          <a:xfrm>
            <a:off x="1882787" y="1069832"/>
            <a:ext cx="5751917" cy="2238583"/>
          </a:xfrm>
          <a:prstGeom prst="roundRect">
            <a:avLst/>
          </a:prstGeom>
          <a:noFill/>
          <a:ln w="508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398A4F1-32BD-44BF-BB08-AAE863BED25B}"/>
              </a:ext>
            </a:extLst>
          </p:cNvPr>
          <p:cNvSpPr/>
          <p:nvPr/>
        </p:nvSpPr>
        <p:spPr>
          <a:xfrm>
            <a:off x="2291547" y="1796300"/>
            <a:ext cx="5018115" cy="1808087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6A1C946F-1CE1-4493-80D3-7ED399EE247B}"/>
              </a:ext>
            </a:extLst>
          </p:cNvPr>
          <p:cNvCxnSpPr>
            <a:cxnSpLocks/>
          </p:cNvCxnSpPr>
          <p:nvPr/>
        </p:nvCxnSpPr>
        <p:spPr>
          <a:xfrm>
            <a:off x="4125878" y="3404412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6BBD696-01C8-4C69-9D49-9729D6B53309}"/>
              </a:ext>
            </a:extLst>
          </p:cNvPr>
          <p:cNvCxnSpPr>
            <a:cxnSpLocks/>
          </p:cNvCxnSpPr>
          <p:nvPr/>
        </p:nvCxnSpPr>
        <p:spPr>
          <a:xfrm>
            <a:off x="4229979" y="3280340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4DEFA7CF-F30F-49F6-AC70-031C50FA3244}"/>
              </a:ext>
            </a:extLst>
          </p:cNvPr>
          <p:cNvCxnSpPr>
            <a:cxnSpLocks/>
          </p:cNvCxnSpPr>
          <p:nvPr/>
        </p:nvCxnSpPr>
        <p:spPr>
          <a:xfrm>
            <a:off x="4300832" y="3280340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452164EB-0086-451A-BDB8-23760546212D}"/>
              </a:ext>
            </a:extLst>
          </p:cNvPr>
          <p:cNvCxnSpPr>
            <a:cxnSpLocks/>
          </p:cNvCxnSpPr>
          <p:nvPr/>
        </p:nvCxnSpPr>
        <p:spPr>
          <a:xfrm>
            <a:off x="4451984" y="3280340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5DD967B-37EF-4DEB-907D-99777468F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3" y="1815376"/>
            <a:ext cx="1977575" cy="14831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94EE31-2F06-4DF8-A7EA-2EC8C1FF5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261" y="2122473"/>
            <a:ext cx="1487720" cy="111578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51BDF6C-CC4E-41C6-8B6C-EC46D59770EE}"/>
              </a:ext>
            </a:extLst>
          </p:cNvPr>
          <p:cNvSpPr/>
          <p:nvPr/>
        </p:nvSpPr>
        <p:spPr>
          <a:xfrm>
            <a:off x="3369382" y="2273558"/>
            <a:ext cx="212559" cy="188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F7CF4-B5CB-4D95-A508-B73CB200986B}"/>
              </a:ext>
            </a:extLst>
          </p:cNvPr>
          <p:cNvSpPr/>
          <p:nvPr/>
        </p:nvSpPr>
        <p:spPr>
          <a:xfrm>
            <a:off x="4942312" y="2504939"/>
            <a:ext cx="99193" cy="944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0F3FB6-3B86-476B-A648-761D449E9E3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69381" y="2273555"/>
            <a:ext cx="1572928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B49326-FA32-40BB-9312-47807AB694B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581938" y="2273555"/>
            <a:ext cx="1360369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BBDE85F-3E0F-4169-B763-61878B1245A2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69381" y="2462499"/>
            <a:ext cx="1572928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D4CBA2-F2C9-438A-8649-199C0358DEC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581938" y="2462499"/>
            <a:ext cx="1360369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2B0D08-1641-4F06-AABF-7465F20304FE}"/>
              </a:ext>
            </a:extLst>
          </p:cNvPr>
          <p:cNvCxnSpPr>
            <a:cxnSpLocks/>
          </p:cNvCxnSpPr>
          <p:nvPr/>
        </p:nvCxnSpPr>
        <p:spPr>
          <a:xfrm>
            <a:off x="5154869" y="2289455"/>
            <a:ext cx="454700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4D258C5-4BE7-4E33-A956-CC0D2C8714E1}"/>
              </a:ext>
            </a:extLst>
          </p:cNvPr>
          <p:cNvCxnSpPr>
            <a:cxnSpLocks/>
          </p:cNvCxnSpPr>
          <p:nvPr/>
        </p:nvCxnSpPr>
        <p:spPr>
          <a:xfrm flipV="1">
            <a:off x="5154869" y="2667848"/>
            <a:ext cx="454700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E43548A-B6AE-4A4F-8683-5B092586D011}"/>
              </a:ext>
            </a:extLst>
          </p:cNvPr>
          <p:cNvCxnSpPr>
            <a:cxnSpLocks/>
          </p:cNvCxnSpPr>
          <p:nvPr/>
        </p:nvCxnSpPr>
        <p:spPr>
          <a:xfrm>
            <a:off x="4335743" y="2289455"/>
            <a:ext cx="1273824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3BCA034-D3E2-46BA-AE54-7A610056AB25}"/>
              </a:ext>
            </a:extLst>
          </p:cNvPr>
          <p:cNvCxnSpPr>
            <a:cxnSpLocks/>
          </p:cNvCxnSpPr>
          <p:nvPr/>
        </p:nvCxnSpPr>
        <p:spPr>
          <a:xfrm flipV="1">
            <a:off x="4305396" y="2667848"/>
            <a:ext cx="1304169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219451-B60C-4977-9E5D-72F9DDF2FF19}"/>
              </a:ext>
            </a:extLst>
          </p:cNvPr>
          <p:cNvCxnSpPr>
            <a:cxnSpLocks/>
          </p:cNvCxnSpPr>
          <p:nvPr/>
        </p:nvCxnSpPr>
        <p:spPr>
          <a:xfrm>
            <a:off x="5844311" y="2667844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3B3DD61-CBB0-49E4-83DD-139CB03E2D4D}"/>
              </a:ext>
            </a:extLst>
          </p:cNvPr>
          <p:cNvCxnSpPr>
            <a:cxnSpLocks/>
          </p:cNvCxnSpPr>
          <p:nvPr/>
        </p:nvCxnSpPr>
        <p:spPr>
          <a:xfrm>
            <a:off x="5948413" y="2543772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6E3493D-944A-435A-8AB5-60F7BD4C030D}"/>
              </a:ext>
            </a:extLst>
          </p:cNvPr>
          <p:cNvCxnSpPr>
            <a:cxnSpLocks/>
          </p:cNvCxnSpPr>
          <p:nvPr/>
        </p:nvCxnSpPr>
        <p:spPr>
          <a:xfrm>
            <a:off x="6019265" y="2543772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C3506A-7AEC-4B78-97C6-722F6E04D6DB}"/>
              </a:ext>
            </a:extLst>
          </p:cNvPr>
          <p:cNvCxnSpPr>
            <a:cxnSpLocks/>
          </p:cNvCxnSpPr>
          <p:nvPr/>
        </p:nvCxnSpPr>
        <p:spPr>
          <a:xfrm>
            <a:off x="6170417" y="2543772"/>
            <a:ext cx="0" cy="1240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FF9C3E3-3C6D-4A58-9E38-816D7557FC39}"/>
              </a:ext>
            </a:extLst>
          </p:cNvPr>
          <p:cNvCxnSpPr>
            <a:cxnSpLocks/>
          </p:cNvCxnSpPr>
          <p:nvPr/>
        </p:nvCxnSpPr>
        <p:spPr>
          <a:xfrm>
            <a:off x="4058146" y="3404412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6FBD7DE-C1BC-4C89-986B-D01681791E64}"/>
              </a:ext>
            </a:extLst>
          </p:cNvPr>
          <p:cNvCxnSpPr>
            <a:cxnSpLocks/>
          </p:cNvCxnSpPr>
          <p:nvPr/>
        </p:nvCxnSpPr>
        <p:spPr>
          <a:xfrm>
            <a:off x="4162247" y="328034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114D346-1543-42BD-AD04-447962055912}"/>
              </a:ext>
            </a:extLst>
          </p:cNvPr>
          <p:cNvCxnSpPr>
            <a:cxnSpLocks/>
          </p:cNvCxnSpPr>
          <p:nvPr/>
        </p:nvCxnSpPr>
        <p:spPr>
          <a:xfrm>
            <a:off x="4233100" y="3274077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B384AEA-6C46-416D-8D10-CFCF4B9398D6}"/>
              </a:ext>
            </a:extLst>
          </p:cNvPr>
          <p:cNvCxnSpPr>
            <a:cxnSpLocks/>
          </p:cNvCxnSpPr>
          <p:nvPr/>
        </p:nvCxnSpPr>
        <p:spPr>
          <a:xfrm>
            <a:off x="4431488" y="328034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C32CFFFD-9028-451F-AD87-208D645F5206}"/>
              </a:ext>
            </a:extLst>
          </p:cNvPr>
          <p:cNvSpPr/>
          <p:nvPr/>
        </p:nvSpPr>
        <p:spPr>
          <a:xfrm>
            <a:off x="2528939" y="3238669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71" name="弧形 70">
            <a:extLst>
              <a:ext uri="{FF2B5EF4-FFF2-40B4-BE49-F238E27FC236}">
                <a16:creationId xmlns:a16="http://schemas.microsoft.com/office/drawing/2014/main" id="{9826750A-2C42-445A-9854-0605C112A82E}"/>
              </a:ext>
            </a:extLst>
          </p:cNvPr>
          <p:cNvSpPr/>
          <p:nvPr/>
        </p:nvSpPr>
        <p:spPr>
          <a:xfrm rot="5770042">
            <a:off x="2472257" y="3175663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36218D9-BFBF-4DDF-9B21-20971131A4B9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2690811" y="3292837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09A6D0B-7FFE-4362-85AD-DA0B9A849DFE}"/>
              </a:ext>
            </a:extLst>
          </p:cNvPr>
          <p:cNvSpPr txBox="1"/>
          <p:nvPr/>
        </p:nvSpPr>
        <p:spPr>
          <a:xfrm>
            <a:off x="2804921" y="3250063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Spiking neuron</a:t>
            </a:r>
            <a:endParaRPr lang="zh-CN" altLang="en-US" sz="1116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366A323-C52B-4F42-9E5C-8A83136B22F7}"/>
              </a:ext>
            </a:extLst>
          </p:cNvPr>
          <p:cNvSpPr txBox="1"/>
          <p:nvPr/>
        </p:nvSpPr>
        <p:spPr>
          <a:xfrm>
            <a:off x="4572192" y="3261459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Spikes</a:t>
            </a:r>
            <a:endParaRPr lang="zh-CN" altLang="en-US" sz="1116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619CACC-7DDC-4F5B-B5D5-A975E1CF07A3}"/>
              </a:ext>
            </a:extLst>
          </p:cNvPr>
          <p:cNvSpPr/>
          <p:nvPr/>
        </p:nvSpPr>
        <p:spPr>
          <a:xfrm>
            <a:off x="1882787" y="1069832"/>
            <a:ext cx="5751917" cy="2238583"/>
          </a:xfrm>
          <a:prstGeom prst="roundRect">
            <a:avLst/>
          </a:prstGeom>
          <a:noFill/>
          <a:ln w="508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398A4F1-32BD-44BF-BB08-AAE863BED25B}"/>
              </a:ext>
            </a:extLst>
          </p:cNvPr>
          <p:cNvSpPr/>
          <p:nvPr/>
        </p:nvSpPr>
        <p:spPr>
          <a:xfrm>
            <a:off x="2291547" y="1796300"/>
            <a:ext cx="5018115" cy="1808087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</p:spTree>
    <p:extLst>
      <p:ext uri="{BB962C8B-B14F-4D97-AF65-F5344CB8AC3E}">
        <p14:creationId xmlns:p14="http://schemas.microsoft.com/office/powerpoint/2010/main" val="148796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73E5215C-A7B1-4DD9-9E90-49C976CC2942}"/>
              </a:ext>
            </a:extLst>
          </p:cNvPr>
          <p:cNvSpPr/>
          <p:nvPr/>
        </p:nvSpPr>
        <p:spPr>
          <a:xfrm>
            <a:off x="3096361" y="297055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79536AF4-2497-4745-B3C1-9538A250D220}"/>
              </a:ext>
            </a:extLst>
          </p:cNvPr>
          <p:cNvSpPr/>
          <p:nvPr/>
        </p:nvSpPr>
        <p:spPr>
          <a:xfrm rot="5770042">
            <a:off x="3039680" y="2907549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404D402-4CB0-4DAC-8685-299AA13B59F2}"/>
              </a:ext>
            </a:extLst>
          </p:cNvPr>
          <p:cNvCxnSpPr>
            <a:stCxn id="3" idx="0"/>
          </p:cNvCxnSpPr>
          <p:nvPr/>
        </p:nvCxnSpPr>
        <p:spPr>
          <a:xfrm>
            <a:off x="3258235" y="302472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25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51BDF6C-CC4E-41C6-8B6C-EC46D59770EE}"/>
              </a:ext>
            </a:extLst>
          </p:cNvPr>
          <p:cNvSpPr/>
          <p:nvPr/>
        </p:nvSpPr>
        <p:spPr>
          <a:xfrm>
            <a:off x="3227678" y="1675342"/>
            <a:ext cx="212559" cy="188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F7CF4-B5CB-4D95-A508-B73CB200986B}"/>
              </a:ext>
            </a:extLst>
          </p:cNvPr>
          <p:cNvSpPr/>
          <p:nvPr/>
        </p:nvSpPr>
        <p:spPr>
          <a:xfrm>
            <a:off x="3723381" y="1769809"/>
            <a:ext cx="99193" cy="944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0F3FB6-3B86-476B-A648-761D449E9E3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27674" y="1674210"/>
            <a:ext cx="495703" cy="142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B49326-FA32-40BB-9312-47807AB694B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440235" y="1675342"/>
            <a:ext cx="283144" cy="141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BBDE85F-3E0F-4169-B763-61878B1245A2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440235" y="1817043"/>
            <a:ext cx="283144" cy="47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D4CBA2-F2C9-438A-8649-199C0358DEC5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227674" y="1817043"/>
            <a:ext cx="495703" cy="47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FAF25254-51CB-4218-84EB-2AD9974529F9}"/>
              </a:ext>
            </a:extLst>
          </p:cNvPr>
          <p:cNvSpPr/>
          <p:nvPr/>
        </p:nvSpPr>
        <p:spPr>
          <a:xfrm>
            <a:off x="5467861" y="1945554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744B25EB-6C7A-43C2-8744-187D3E8870AA}"/>
              </a:ext>
            </a:extLst>
          </p:cNvPr>
          <p:cNvSpPr/>
          <p:nvPr/>
        </p:nvSpPr>
        <p:spPr>
          <a:xfrm rot="5770042">
            <a:off x="5411180" y="1882548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E611135-5E3B-4AD7-8DB3-5AE3BDD4516E}"/>
              </a:ext>
            </a:extLst>
          </p:cNvPr>
          <p:cNvCxnSpPr>
            <a:stCxn id="39" idx="0"/>
          </p:cNvCxnSpPr>
          <p:nvPr/>
        </p:nvCxnSpPr>
        <p:spPr>
          <a:xfrm>
            <a:off x="5629735" y="1999722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2B0D08-1641-4F06-AABF-7465F20304FE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013163" y="1691239"/>
            <a:ext cx="454700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4D258C5-4BE7-4E33-A956-CC0D2C8714E1}"/>
              </a:ext>
            </a:extLst>
          </p:cNvPr>
          <p:cNvCxnSpPr>
            <a:endCxn id="36" idx="2"/>
          </p:cNvCxnSpPr>
          <p:nvPr/>
        </p:nvCxnSpPr>
        <p:spPr>
          <a:xfrm flipV="1">
            <a:off x="5013163" y="2069632"/>
            <a:ext cx="454700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E43548A-B6AE-4A4F-8683-5B092586D011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4194037" y="1691239"/>
            <a:ext cx="1273824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3BCA034-D3E2-46BA-AE54-7A610056AB25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163692" y="2069632"/>
            <a:ext cx="1304169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219451-B60C-4977-9E5D-72F9DDF2FF19}"/>
              </a:ext>
            </a:extLst>
          </p:cNvPr>
          <p:cNvCxnSpPr>
            <a:cxnSpLocks/>
          </p:cNvCxnSpPr>
          <p:nvPr/>
        </p:nvCxnSpPr>
        <p:spPr>
          <a:xfrm>
            <a:off x="4625570" y="3136298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3B3DD61-CBB0-49E4-83DD-139CB03E2D4D}"/>
              </a:ext>
            </a:extLst>
          </p:cNvPr>
          <p:cNvCxnSpPr/>
          <p:nvPr/>
        </p:nvCxnSpPr>
        <p:spPr>
          <a:xfrm>
            <a:off x="4729672" y="3012228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6E3493D-944A-435A-8AB5-60F7BD4C030D}"/>
              </a:ext>
            </a:extLst>
          </p:cNvPr>
          <p:cNvCxnSpPr/>
          <p:nvPr/>
        </p:nvCxnSpPr>
        <p:spPr>
          <a:xfrm>
            <a:off x="4800524" y="3005964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C3506A-7AEC-4B78-97C6-722F6E04D6DB}"/>
              </a:ext>
            </a:extLst>
          </p:cNvPr>
          <p:cNvCxnSpPr/>
          <p:nvPr/>
        </p:nvCxnSpPr>
        <p:spPr>
          <a:xfrm>
            <a:off x="4998911" y="3012228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67F866D5-145B-4F2B-ADED-FC4D90226D25}"/>
              </a:ext>
            </a:extLst>
          </p:cNvPr>
          <p:cNvSpPr/>
          <p:nvPr/>
        </p:nvSpPr>
        <p:spPr>
          <a:xfrm>
            <a:off x="3096361" y="297055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63" name="弧形 62">
            <a:extLst>
              <a:ext uri="{FF2B5EF4-FFF2-40B4-BE49-F238E27FC236}">
                <a16:creationId xmlns:a16="http://schemas.microsoft.com/office/drawing/2014/main" id="{63818CDF-AF37-48DC-B9CF-9389240B0E6D}"/>
              </a:ext>
            </a:extLst>
          </p:cNvPr>
          <p:cNvSpPr/>
          <p:nvPr/>
        </p:nvSpPr>
        <p:spPr>
          <a:xfrm rot="5770042">
            <a:off x="3039680" y="2907549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EE4A2B56-A091-4BD9-A384-31EBCF541305}"/>
              </a:ext>
            </a:extLst>
          </p:cNvPr>
          <p:cNvCxnSpPr>
            <a:stCxn id="63" idx="0"/>
          </p:cNvCxnSpPr>
          <p:nvPr/>
        </p:nvCxnSpPr>
        <p:spPr>
          <a:xfrm>
            <a:off x="3258235" y="302472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35E3B04F-A9E6-4FCC-BCDF-8FA0C2A9520C}"/>
              </a:ext>
            </a:extLst>
          </p:cNvPr>
          <p:cNvSpPr txBox="1"/>
          <p:nvPr/>
        </p:nvSpPr>
        <p:spPr>
          <a:xfrm>
            <a:off x="3372345" y="2981951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Spiking neuron</a:t>
            </a:r>
            <a:endParaRPr lang="zh-CN" altLang="en-US" sz="1116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6043730-0F2E-4C89-93E1-948EA03FA690}"/>
              </a:ext>
            </a:extLst>
          </p:cNvPr>
          <p:cNvSpPr txBox="1"/>
          <p:nvPr/>
        </p:nvSpPr>
        <p:spPr>
          <a:xfrm>
            <a:off x="5139615" y="2993346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Spikes</a:t>
            </a:r>
            <a:endParaRPr lang="zh-CN" altLang="en-US" sz="1116" dirty="0"/>
          </a:p>
        </p:txBody>
      </p:sp>
    </p:spTree>
    <p:extLst>
      <p:ext uri="{BB962C8B-B14F-4D97-AF65-F5344CB8AC3E}">
        <p14:creationId xmlns:p14="http://schemas.microsoft.com/office/powerpoint/2010/main" val="408091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5DD967B-37EF-4DEB-907D-99777468F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98" y="1217160"/>
            <a:ext cx="1977575" cy="14831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94EE31-2F06-4DF8-A7EA-2EC8C1FF5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556" y="1524259"/>
            <a:ext cx="1487720" cy="111578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F75E52-8C17-405A-AF21-BEA0CE5B6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89" y="1524259"/>
            <a:ext cx="1487720" cy="111578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51BDF6C-CC4E-41C6-8B6C-EC46D59770EE}"/>
              </a:ext>
            </a:extLst>
          </p:cNvPr>
          <p:cNvSpPr/>
          <p:nvPr/>
        </p:nvSpPr>
        <p:spPr>
          <a:xfrm>
            <a:off x="3227678" y="1675342"/>
            <a:ext cx="212559" cy="188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F7CF4-B5CB-4D95-A508-B73CB200986B}"/>
              </a:ext>
            </a:extLst>
          </p:cNvPr>
          <p:cNvSpPr/>
          <p:nvPr/>
        </p:nvSpPr>
        <p:spPr>
          <a:xfrm>
            <a:off x="4800606" y="1906723"/>
            <a:ext cx="99193" cy="944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0F3FB6-3B86-476B-A648-761D449E9E3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27676" y="1675338"/>
            <a:ext cx="1572928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B49326-FA32-40BB-9312-47807AB694BC}"/>
              </a:ext>
            </a:extLst>
          </p:cNvPr>
          <p:cNvCxnSpPr>
            <a:endCxn id="17" idx="1"/>
          </p:cNvCxnSpPr>
          <p:nvPr/>
        </p:nvCxnSpPr>
        <p:spPr>
          <a:xfrm>
            <a:off x="3440233" y="1675338"/>
            <a:ext cx="1360369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BBDE85F-3E0F-4169-B763-61878B1245A2}"/>
              </a:ext>
            </a:extLst>
          </p:cNvPr>
          <p:cNvCxnSpPr>
            <a:endCxn id="17" idx="1"/>
          </p:cNvCxnSpPr>
          <p:nvPr/>
        </p:nvCxnSpPr>
        <p:spPr>
          <a:xfrm>
            <a:off x="3227676" y="1864282"/>
            <a:ext cx="1572928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D4CBA2-F2C9-438A-8649-199C0358DEC5}"/>
              </a:ext>
            </a:extLst>
          </p:cNvPr>
          <p:cNvCxnSpPr>
            <a:endCxn id="17" idx="1"/>
          </p:cNvCxnSpPr>
          <p:nvPr/>
        </p:nvCxnSpPr>
        <p:spPr>
          <a:xfrm>
            <a:off x="3440233" y="1864282"/>
            <a:ext cx="1360369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FAF25254-51CB-4218-84EB-2AD9974529F9}"/>
              </a:ext>
            </a:extLst>
          </p:cNvPr>
          <p:cNvSpPr/>
          <p:nvPr/>
        </p:nvSpPr>
        <p:spPr>
          <a:xfrm>
            <a:off x="5467861" y="1945554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744B25EB-6C7A-43C2-8744-187D3E8870AA}"/>
              </a:ext>
            </a:extLst>
          </p:cNvPr>
          <p:cNvSpPr/>
          <p:nvPr/>
        </p:nvSpPr>
        <p:spPr>
          <a:xfrm rot="5770042">
            <a:off x="5411180" y="1882548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E611135-5E3B-4AD7-8DB3-5AE3BDD4516E}"/>
              </a:ext>
            </a:extLst>
          </p:cNvPr>
          <p:cNvCxnSpPr>
            <a:stCxn id="39" idx="0"/>
          </p:cNvCxnSpPr>
          <p:nvPr/>
        </p:nvCxnSpPr>
        <p:spPr>
          <a:xfrm>
            <a:off x="5629735" y="1999722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2B0D08-1641-4F06-AABF-7465F20304FE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013163" y="1691239"/>
            <a:ext cx="454700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4D258C5-4BE7-4E33-A956-CC0D2C8714E1}"/>
              </a:ext>
            </a:extLst>
          </p:cNvPr>
          <p:cNvCxnSpPr>
            <a:endCxn id="36" idx="2"/>
          </p:cNvCxnSpPr>
          <p:nvPr/>
        </p:nvCxnSpPr>
        <p:spPr>
          <a:xfrm flipV="1">
            <a:off x="5013163" y="2069632"/>
            <a:ext cx="454700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E43548A-B6AE-4A4F-8683-5B092586D011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4194037" y="1691239"/>
            <a:ext cx="1273824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3BCA034-D3E2-46BA-AE54-7A610056AB25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163692" y="2069632"/>
            <a:ext cx="1304169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219451-B60C-4977-9E5D-72F9DDF2FF19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5702606" y="2069628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3B3DD61-CBB0-49E4-83DD-139CB03E2D4D}"/>
              </a:ext>
            </a:extLst>
          </p:cNvPr>
          <p:cNvCxnSpPr/>
          <p:nvPr/>
        </p:nvCxnSpPr>
        <p:spPr>
          <a:xfrm>
            <a:off x="5806707" y="19455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6E3493D-944A-435A-8AB5-60F7BD4C030D}"/>
              </a:ext>
            </a:extLst>
          </p:cNvPr>
          <p:cNvCxnSpPr/>
          <p:nvPr/>
        </p:nvCxnSpPr>
        <p:spPr>
          <a:xfrm>
            <a:off x="5877560" y="19392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C3506A-7AEC-4B78-97C6-722F6E04D6DB}"/>
              </a:ext>
            </a:extLst>
          </p:cNvPr>
          <p:cNvCxnSpPr/>
          <p:nvPr/>
        </p:nvCxnSpPr>
        <p:spPr>
          <a:xfrm>
            <a:off x="6075947" y="19455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FF9C3E3-3C6D-4A58-9E38-816D7557FC39}"/>
              </a:ext>
            </a:extLst>
          </p:cNvPr>
          <p:cNvCxnSpPr>
            <a:cxnSpLocks/>
          </p:cNvCxnSpPr>
          <p:nvPr/>
        </p:nvCxnSpPr>
        <p:spPr>
          <a:xfrm>
            <a:off x="3935335" y="2929157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6FBD7DE-C1BC-4C89-986B-D01681791E64}"/>
              </a:ext>
            </a:extLst>
          </p:cNvPr>
          <p:cNvCxnSpPr/>
          <p:nvPr/>
        </p:nvCxnSpPr>
        <p:spPr>
          <a:xfrm>
            <a:off x="4039437" y="2805085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114D346-1543-42BD-AD04-447962055912}"/>
              </a:ext>
            </a:extLst>
          </p:cNvPr>
          <p:cNvCxnSpPr/>
          <p:nvPr/>
        </p:nvCxnSpPr>
        <p:spPr>
          <a:xfrm>
            <a:off x="4110289" y="279882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B384AEA-6C46-416D-8D10-CFCF4B9398D6}"/>
              </a:ext>
            </a:extLst>
          </p:cNvPr>
          <p:cNvCxnSpPr/>
          <p:nvPr/>
        </p:nvCxnSpPr>
        <p:spPr>
          <a:xfrm>
            <a:off x="4308676" y="2805085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C32CFFFD-9028-451F-AD87-208D645F5206}"/>
              </a:ext>
            </a:extLst>
          </p:cNvPr>
          <p:cNvSpPr/>
          <p:nvPr/>
        </p:nvSpPr>
        <p:spPr>
          <a:xfrm>
            <a:off x="2406128" y="2763414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71" name="弧形 70">
            <a:extLst>
              <a:ext uri="{FF2B5EF4-FFF2-40B4-BE49-F238E27FC236}">
                <a16:creationId xmlns:a16="http://schemas.microsoft.com/office/drawing/2014/main" id="{9826750A-2C42-445A-9854-0605C112A82E}"/>
              </a:ext>
            </a:extLst>
          </p:cNvPr>
          <p:cNvSpPr/>
          <p:nvPr/>
        </p:nvSpPr>
        <p:spPr>
          <a:xfrm rot="5770042">
            <a:off x="2349445" y="2700408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36218D9-BFBF-4DDF-9B21-20971131A4B9}"/>
              </a:ext>
            </a:extLst>
          </p:cNvPr>
          <p:cNvCxnSpPr>
            <a:stCxn id="71" idx="0"/>
          </p:cNvCxnSpPr>
          <p:nvPr/>
        </p:nvCxnSpPr>
        <p:spPr>
          <a:xfrm>
            <a:off x="2568000" y="2817582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09A6D0B-7FFE-4362-85AD-DA0B9A849DFE}"/>
              </a:ext>
            </a:extLst>
          </p:cNvPr>
          <p:cNvSpPr txBox="1"/>
          <p:nvPr/>
        </p:nvSpPr>
        <p:spPr>
          <a:xfrm>
            <a:off x="2682109" y="2774808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Spiking neuron</a:t>
            </a:r>
            <a:endParaRPr lang="zh-CN" altLang="en-US" sz="1116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366A323-C52B-4F42-9E5C-8A83136B22F7}"/>
              </a:ext>
            </a:extLst>
          </p:cNvPr>
          <p:cNvSpPr txBox="1"/>
          <p:nvPr/>
        </p:nvSpPr>
        <p:spPr>
          <a:xfrm>
            <a:off x="4449380" y="2786204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Spikes</a:t>
            </a:r>
            <a:endParaRPr lang="zh-CN" altLang="en-US" sz="1116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619CACC-7DDC-4F5B-B5D5-A975E1CF07A3}"/>
              </a:ext>
            </a:extLst>
          </p:cNvPr>
          <p:cNvSpPr/>
          <p:nvPr/>
        </p:nvSpPr>
        <p:spPr>
          <a:xfrm>
            <a:off x="1882787" y="1069832"/>
            <a:ext cx="5751917" cy="2238583"/>
          </a:xfrm>
          <a:prstGeom prst="roundRect">
            <a:avLst/>
          </a:prstGeom>
          <a:noFill/>
          <a:ln w="508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</p:spTree>
    <p:extLst>
      <p:ext uri="{BB962C8B-B14F-4D97-AF65-F5344CB8AC3E}">
        <p14:creationId xmlns:p14="http://schemas.microsoft.com/office/powerpoint/2010/main" val="380511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5DD967B-37EF-4DEB-907D-99777468F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98" y="1217160"/>
            <a:ext cx="1977575" cy="14831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94EE31-2F06-4DF8-A7EA-2EC8C1FF5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556" y="1524259"/>
            <a:ext cx="1487720" cy="111578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F75E52-8C17-405A-AF21-BEA0CE5B6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89" y="1524259"/>
            <a:ext cx="1487720" cy="111578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51BDF6C-CC4E-41C6-8B6C-EC46D59770EE}"/>
              </a:ext>
            </a:extLst>
          </p:cNvPr>
          <p:cNvSpPr/>
          <p:nvPr/>
        </p:nvSpPr>
        <p:spPr>
          <a:xfrm>
            <a:off x="3227678" y="1675342"/>
            <a:ext cx="212559" cy="1889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F7CF4-B5CB-4D95-A508-B73CB200986B}"/>
              </a:ext>
            </a:extLst>
          </p:cNvPr>
          <p:cNvSpPr/>
          <p:nvPr/>
        </p:nvSpPr>
        <p:spPr>
          <a:xfrm>
            <a:off x="4800606" y="1906723"/>
            <a:ext cx="99193" cy="944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0F3FB6-3B86-476B-A648-761D449E9E3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27676" y="1675338"/>
            <a:ext cx="1572928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B49326-FA32-40BB-9312-47807AB694B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440233" y="1675338"/>
            <a:ext cx="1360369" cy="2786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BBDE85F-3E0F-4169-B763-61878B1245A2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27676" y="1864282"/>
            <a:ext cx="1572928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D4CBA2-F2C9-438A-8649-199C0358DEC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440233" y="1864282"/>
            <a:ext cx="1360369" cy="89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FAF25254-51CB-4218-84EB-2AD9974529F9}"/>
              </a:ext>
            </a:extLst>
          </p:cNvPr>
          <p:cNvSpPr/>
          <p:nvPr/>
        </p:nvSpPr>
        <p:spPr>
          <a:xfrm>
            <a:off x="5467861" y="1945554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744B25EB-6C7A-43C2-8744-187D3E8870AA}"/>
              </a:ext>
            </a:extLst>
          </p:cNvPr>
          <p:cNvSpPr/>
          <p:nvPr/>
        </p:nvSpPr>
        <p:spPr>
          <a:xfrm rot="5770042">
            <a:off x="5411180" y="1882548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E611135-5E3B-4AD7-8DB3-5AE3BDD4516E}"/>
              </a:ext>
            </a:extLst>
          </p:cNvPr>
          <p:cNvCxnSpPr>
            <a:cxnSpLocks/>
            <a:stCxn id="39" idx="0"/>
          </p:cNvCxnSpPr>
          <p:nvPr/>
        </p:nvCxnSpPr>
        <p:spPr>
          <a:xfrm>
            <a:off x="5629735" y="1999722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2B0D08-1641-4F06-AABF-7465F20304FE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013163" y="1691239"/>
            <a:ext cx="454700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4D258C5-4BE7-4E33-A956-CC0D2C8714E1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013163" y="2069632"/>
            <a:ext cx="454700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E43548A-B6AE-4A4F-8683-5B092586D011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4194037" y="1691239"/>
            <a:ext cx="1273824" cy="37839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3BCA034-D3E2-46BA-AE54-7A610056AB25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163692" y="2069632"/>
            <a:ext cx="1304169" cy="422875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219451-B60C-4977-9E5D-72F9DDF2FF19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5702606" y="2069628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3B3DD61-CBB0-49E4-83DD-139CB03E2D4D}"/>
              </a:ext>
            </a:extLst>
          </p:cNvPr>
          <p:cNvCxnSpPr>
            <a:cxnSpLocks/>
          </p:cNvCxnSpPr>
          <p:nvPr/>
        </p:nvCxnSpPr>
        <p:spPr>
          <a:xfrm>
            <a:off x="5806707" y="19455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6E3493D-944A-435A-8AB5-60F7BD4C030D}"/>
              </a:ext>
            </a:extLst>
          </p:cNvPr>
          <p:cNvCxnSpPr>
            <a:cxnSpLocks/>
          </p:cNvCxnSpPr>
          <p:nvPr/>
        </p:nvCxnSpPr>
        <p:spPr>
          <a:xfrm>
            <a:off x="5877560" y="19392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C3506A-7AEC-4B78-97C6-722F6E04D6DB}"/>
              </a:ext>
            </a:extLst>
          </p:cNvPr>
          <p:cNvCxnSpPr>
            <a:cxnSpLocks/>
          </p:cNvCxnSpPr>
          <p:nvPr/>
        </p:nvCxnSpPr>
        <p:spPr>
          <a:xfrm>
            <a:off x="6075947" y="19455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FF9C3E3-3C6D-4A58-9E38-816D7557FC39}"/>
              </a:ext>
            </a:extLst>
          </p:cNvPr>
          <p:cNvCxnSpPr>
            <a:cxnSpLocks/>
          </p:cNvCxnSpPr>
          <p:nvPr/>
        </p:nvCxnSpPr>
        <p:spPr>
          <a:xfrm>
            <a:off x="3935335" y="2929157"/>
            <a:ext cx="4463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6FBD7DE-C1BC-4C89-986B-D01681791E64}"/>
              </a:ext>
            </a:extLst>
          </p:cNvPr>
          <p:cNvCxnSpPr>
            <a:cxnSpLocks/>
          </p:cNvCxnSpPr>
          <p:nvPr/>
        </p:nvCxnSpPr>
        <p:spPr>
          <a:xfrm>
            <a:off x="4039437" y="2805085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114D346-1543-42BD-AD04-447962055912}"/>
              </a:ext>
            </a:extLst>
          </p:cNvPr>
          <p:cNvCxnSpPr>
            <a:cxnSpLocks/>
          </p:cNvCxnSpPr>
          <p:nvPr/>
        </p:nvCxnSpPr>
        <p:spPr>
          <a:xfrm>
            <a:off x="4110289" y="279882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B384AEA-6C46-416D-8D10-CFCF4B9398D6}"/>
              </a:ext>
            </a:extLst>
          </p:cNvPr>
          <p:cNvCxnSpPr>
            <a:cxnSpLocks/>
          </p:cNvCxnSpPr>
          <p:nvPr/>
        </p:nvCxnSpPr>
        <p:spPr>
          <a:xfrm>
            <a:off x="4308676" y="2805085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C32CFFFD-9028-451F-AD87-208D645F5206}"/>
              </a:ext>
            </a:extLst>
          </p:cNvPr>
          <p:cNvSpPr/>
          <p:nvPr/>
        </p:nvSpPr>
        <p:spPr>
          <a:xfrm>
            <a:off x="2406128" y="2763414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71" name="弧形 70">
            <a:extLst>
              <a:ext uri="{FF2B5EF4-FFF2-40B4-BE49-F238E27FC236}">
                <a16:creationId xmlns:a16="http://schemas.microsoft.com/office/drawing/2014/main" id="{9826750A-2C42-445A-9854-0605C112A82E}"/>
              </a:ext>
            </a:extLst>
          </p:cNvPr>
          <p:cNvSpPr/>
          <p:nvPr/>
        </p:nvSpPr>
        <p:spPr>
          <a:xfrm rot="5770042">
            <a:off x="2349445" y="2700408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 sz="1116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36218D9-BFBF-4DDF-9B21-20971131A4B9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2568000" y="2817582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09A6D0B-7FFE-4362-85AD-DA0B9A849DFE}"/>
              </a:ext>
            </a:extLst>
          </p:cNvPr>
          <p:cNvSpPr txBox="1"/>
          <p:nvPr/>
        </p:nvSpPr>
        <p:spPr>
          <a:xfrm>
            <a:off x="2682109" y="2774808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Spiking neuron</a:t>
            </a:r>
            <a:endParaRPr lang="zh-CN" altLang="en-US" sz="1116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366A323-C52B-4F42-9E5C-8A83136B22F7}"/>
              </a:ext>
            </a:extLst>
          </p:cNvPr>
          <p:cNvSpPr txBox="1"/>
          <p:nvPr/>
        </p:nvSpPr>
        <p:spPr>
          <a:xfrm>
            <a:off x="4449380" y="2786204"/>
            <a:ext cx="1253224" cy="26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16" dirty="0"/>
              <a:t>Spikes</a:t>
            </a:r>
            <a:endParaRPr lang="zh-CN" altLang="en-US" sz="1116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619CACC-7DDC-4F5B-B5D5-A975E1CF07A3}"/>
              </a:ext>
            </a:extLst>
          </p:cNvPr>
          <p:cNvSpPr/>
          <p:nvPr/>
        </p:nvSpPr>
        <p:spPr>
          <a:xfrm>
            <a:off x="1882787" y="1069832"/>
            <a:ext cx="5751917" cy="2238583"/>
          </a:xfrm>
          <a:prstGeom prst="roundRect">
            <a:avLst/>
          </a:prstGeom>
          <a:noFill/>
          <a:ln w="508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398A4F1-32BD-44BF-BB08-AAE863BED25B}"/>
              </a:ext>
            </a:extLst>
          </p:cNvPr>
          <p:cNvSpPr/>
          <p:nvPr/>
        </p:nvSpPr>
        <p:spPr>
          <a:xfrm>
            <a:off x="2176964" y="1277910"/>
            <a:ext cx="5018115" cy="1808087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116"/>
          </a:p>
        </p:txBody>
      </p:sp>
    </p:spTree>
    <p:extLst>
      <p:ext uri="{BB962C8B-B14F-4D97-AF65-F5344CB8AC3E}">
        <p14:creationId xmlns:p14="http://schemas.microsoft.com/office/powerpoint/2010/main" val="409176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1796452" y="2108988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1739772" y="2045983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1958325" y="2163157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1490367" y="222182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1539415" y="20977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1626327" y="20977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1796452" y="2468853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1739772" y="240584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1958325" y="252302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1490367" y="2581692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1539415" y="2457621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1667893" y="2457621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1792904" y="2994462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1736223" y="2931456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1954777" y="304863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1486817" y="3107302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1592547" y="298198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1668048" y="298198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361643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317011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406275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359306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314675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403938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364886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320254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409516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359306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314675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403938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244745" y="2027709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1436170" y="1850516"/>
            <a:ext cx="485365" cy="3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Pre-spike</a:t>
            </a:r>
            <a:endParaRPr lang="zh-CN" altLang="en-US" sz="683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2525761" y="2163155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2619999" y="2454648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031201" y="2221828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031201" y="2584980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027651" y="3118148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155436" y="209775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155436" y="2448115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155436" y="2966779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29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1796452" y="2108988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1739772" y="2045983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1958325" y="2163157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1490367" y="222182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1539415" y="20977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1626327" y="20977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1796452" y="2468853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1739772" y="240584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1958325" y="252302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1490367" y="2581692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1539415" y="2457621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1667893" y="2457621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1792904" y="2994462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1736223" y="2931456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1954777" y="304863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1486817" y="3107302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1592547" y="298198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1668048" y="298198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361643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317011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406275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359306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314675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403938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364886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320254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409516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359306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314675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403938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244745" y="2027709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1436170" y="1850516"/>
            <a:ext cx="485365" cy="3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Pre-spike</a:t>
            </a:r>
            <a:endParaRPr lang="zh-CN" altLang="en-US" sz="683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2525761" y="2163155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2619999" y="2454648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031201" y="2221828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031201" y="2584980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027651" y="3118148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155436" y="209775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155436" y="2448115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155436" y="2966779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3FDF2-2EE0-4BE5-A7ED-3FDEC94380F0}"/>
              </a:ext>
            </a:extLst>
          </p:cNvPr>
          <p:cNvSpPr/>
          <p:nvPr/>
        </p:nvSpPr>
        <p:spPr>
          <a:xfrm>
            <a:off x="3585752" y="2305454"/>
            <a:ext cx="1513373" cy="236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EAE4A5E-9285-4159-9B50-58BE1288AEC1}"/>
              </a:ext>
            </a:extLst>
          </p:cNvPr>
          <p:cNvSpPr/>
          <p:nvPr/>
        </p:nvSpPr>
        <p:spPr>
          <a:xfrm>
            <a:off x="3583826" y="2778016"/>
            <a:ext cx="1515301" cy="42529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BDBA3C6-BD50-4A05-909D-DA3E6D0D84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01045" y="2352603"/>
            <a:ext cx="222872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08F5679-199C-4794-95F3-6F41E44248D3}"/>
              </a:ext>
            </a:extLst>
          </p:cNvPr>
          <p:cNvCxnSpPr/>
          <p:nvPr/>
        </p:nvCxnSpPr>
        <p:spPr>
          <a:xfrm>
            <a:off x="3644289" y="311814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3A4ED3E-85AD-4AE1-9C14-F21A4568013B}"/>
              </a:ext>
            </a:extLst>
          </p:cNvPr>
          <p:cNvCxnSpPr/>
          <p:nvPr/>
        </p:nvCxnSpPr>
        <p:spPr>
          <a:xfrm flipV="1">
            <a:off x="3804923" y="2837283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95722D4-4CF9-4828-BF2D-D2F800A25CBB}"/>
              </a:ext>
            </a:extLst>
          </p:cNvPr>
          <p:cNvCxnSpPr>
            <a:cxnSpLocks/>
          </p:cNvCxnSpPr>
          <p:nvPr/>
        </p:nvCxnSpPr>
        <p:spPr>
          <a:xfrm>
            <a:off x="3674593" y="3092024"/>
            <a:ext cx="275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4058333-C68A-4421-900C-72E083CBD285}"/>
              </a:ext>
            </a:extLst>
          </p:cNvPr>
          <p:cNvCxnSpPr/>
          <p:nvPr/>
        </p:nvCxnSpPr>
        <p:spPr>
          <a:xfrm>
            <a:off x="4093967" y="3112569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BAC5B3-AA54-4C7E-ACFD-544F32A67594}"/>
              </a:ext>
            </a:extLst>
          </p:cNvPr>
          <p:cNvCxnSpPr/>
          <p:nvPr/>
        </p:nvCxnSpPr>
        <p:spPr>
          <a:xfrm flipV="1">
            <a:off x="4254601" y="2831704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ACFE79B-B95D-492B-AF2E-D0CC25EB90AF}"/>
              </a:ext>
            </a:extLst>
          </p:cNvPr>
          <p:cNvCxnSpPr>
            <a:cxnSpLocks/>
          </p:cNvCxnSpPr>
          <p:nvPr/>
        </p:nvCxnSpPr>
        <p:spPr>
          <a:xfrm>
            <a:off x="4154426" y="2994460"/>
            <a:ext cx="222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DD47DDA-CC12-4E8F-A065-BF47A06C3A2C}"/>
              </a:ext>
            </a:extLst>
          </p:cNvPr>
          <p:cNvCxnSpPr/>
          <p:nvPr/>
        </p:nvCxnSpPr>
        <p:spPr>
          <a:xfrm>
            <a:off x="4694796" y="310890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1065FC6-FB8E-4349-8BE5-A5B35200405E}"/>
              </a:ext>
            </a:extLst>
          </p:cNvPr>
          <p:cNvCxnSpPr/>
          <p:nvPr/>
        </p:nvCxnSpPr>
        <p:spPr>
          <a:xfrm flipV="1">
            <a:off x="4855432" y="2828044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954CBE7-9266-4A65-BA5F-887E42272EA4}"/>
              </a:ext>
            </a:extLst>
          </p:cNvPr>
          <p:cNvCxnSpPr>
            <a:cxnSpLocks/>
          </p:cNvCxnSpPr>
          <p:nvPr/>
        </p:nvCxnSpPr>
        <p:spPr>
          <a:xfrm>
            <a:off x="4794047" y="2890486"/>
            <a:ext cx="1227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1C8288F-990B-46CB-AE41-BDF884740F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4508" y="2357142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B4FDBEE-69C4-4E18-9F29-B894432DD5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49846" y="2357143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CE674B6B-61A2-487A-A04B-C5BDA9C813D8}"/>
              </a:ext>
            </a:extLst>
          </p:cNvPr>
          <p:cNvSpPr/>
          <p:nvPr/>
        </p:nvSpPr>
        <p:spPr>
          <a:xfrm>
            <a:off x="4576449" y="2983708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2795B14-2436-43B5-BFE0-9DC5325EDEC0}"/>
              </a:ext>
            </a:extLst>
          </p:cNvPr>
          <p:cNvSpPr/>
          <p:nvPr/>
        </p:nvSpPr>
        <p:spPr>
          <a:xfrm>
            <a:off x="4531817" y="2983708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F471B2-83E9-47FD-8C16-CCAE8C644D94}"/>
              </a:ext>
            </a:extLst>
          </p:cNvPr>
          <p:cNvSpPr/>
          <p:nvPr/>
        </p:nvSpPr>
        <p:spPr>
          <a:xfrm>
            <a:off x="4621079" y="2983708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E8FDA4A-B04F-49FC-B1A3-A146B5A823E0}"/>
              </a:ext>
            </a:extLst>
          </p:cNvPr>
          <p:cNvSpPr/>
          <p:nvPr/>
        </p:nvSpPr>
        <p:spPr>
          <a:xfrm>
            <a:off x="4579795" y="2441420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CEE3B5-6733-4100-ADF7-570F2B6A4AA3}"/>
              </a:ext>
            </a:extLst>
          </p:cNvPr>
          <p:cNvSpPr/>
          <p:nvPr/>
        </p:nvSpPr>
        <p:spPr>
          <a:xfrm>
            <a:off x="4535165" y="2441420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7433BD8-F54E-40BE-A229-5512CE3F9D1C}"/>
              </a:ext>
            </a:extLst>
          </p:cNvPr>
          <p:cNvSpPr/>
          <p:nvPr/>
        </p:nvSpPr>
        <p:spPr>
          <a:xfrm>
            <a:off x="4624427" y="2441420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4901F63-A478-4ECF-8B4E-F7020F1C0DDC}"/>
              </a:ext>
            </a:extLst>
          </p:cNvPr>
          <p:cNvSpPr txBox="1"/>
          <p:nvPr/>
        </p:nvSpPr>
        <p:spPr>
          <a:xfrm>
            <a:off x="3882571" y="2148916"/>
            <a:ext cx="1088296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Spike activation function</a:t>
            </a:r>
            <a:endParaRPr lang="zh-CN" altLang="en-US" sz="62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E8ABC0-3E23-4EBE-860F-7DF49F53F38C}"/>
              </a:ext>
            </a:extLst>
          </p:cNvPr>
          <p:cNvSpPr txBox="1"/>
          <p:nvPr/>
        </p:nvSpPr>
        <p:spPr>
          <a:xfrm>
            <a:off x="3546611" y="2622324"/>
            <a:ext cx="1983797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Adaptive and Lightweight Surrogate Gradients</a:t>
            </a:r>
            <a:endParaRPr lang="zh-CN" altLang="en-US" sz="62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DF5321-864A-41A2-BF5D-9CEC969393E3}"/>
              </a:ext>
            </a:extLst>
          </p:cNvPr>
          <p:cNvSpPr txBox="1"/>
          <p:nvPr/>
        </p:nvSpPr>
        <p:spPr>
          <a:xfrm>
            <a:off x="3602687" y="3229440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1</a:t>
            </a:r>
            <a:endParaRPr lang="zh-CN" altLang="en-US" sz="62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1958A97-800E-4BE5-914E-A790DE6AD68C}"/>
              </a:ext>
            </a:extLst>
          </p:cNvPr>
          <p:cNvSpPr txBox="1"/>
          <p:nvPr/>
        </p:nvSpPr>
        <p:spPr>
          <a:xfrm>
            <a:off x="4093966" y="3229440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2</a:t>
            </a:r>
            <a:endParaRPr lang="zh-CN" altLang="en-US" sz="62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EEEB47-2BB9-4781-AED4-EEEEBF581660}"/>
              </a:ext>
            </a:extLst>
          </p:cNvPr>
          <p:cNvSpPr txBox="1"/>
          <p:nvPr/>
        </p:nvSpPr>
        <p:spPr>
          <a:xfrm>
            <a:off x="4668059" y="3225677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k</a:t>
            </a:r>
            <a:endParaRPr lang="zh-CN" altLang="en-US" sz="620" dirty="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0E07D5D-AE0E-4D17-9D79-F75BC3CB9C49}"/>
              </a:ext>
            </a:extLst>
          </p:cNvPr>
          <p:cNvSpPr/>
          <p:nvPr/>
        </p:nvSpPr>
        <p:spPr>
          <a:xfrm>
            <a:off x="3546607" y="2634596"/>
            <a:ext cx="1654547" cy="743707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</p:spTree>
    <p:extLst>
      <p:ext uri="{BB962C8B-B14F-4D97-AF65-F5344CB8AC3E}">
        <p14:creationId xmlns:p14="http://schemas.microsoft.com/office/powerpoint/2010/main" val="4014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1796452" y="2108988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1739772" y="2045983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1958325" y="2163157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1490367" y="222182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1539415" y="20977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1626327" y="209775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1796452" y="2468853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1739772" y="240584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1958325" y="252302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1490367" y="2581692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1539415" y="2457621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1667893" y="2457621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1792904" y="2994462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1736223" y="2931456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1954777" y="304863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1486817" y="3107302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1592547" y="298198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1668048" y="2981980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361643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317011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406275" y="219664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359306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314675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403938" y="25633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364886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320254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409516" y="309202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359306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314675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403938" y="2826125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244745" y="2027709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1436170" y="1850516"/>
            <a:ext cx="485365" cy="3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Pre-spike</a:t>
            </a:r>
            <a:endParaRPr lang="zh-CN" altLang="en-US" sz="683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2525761" y="2163155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2619999" y="2454648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031201" y="2221828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031201" y="2584980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027651" y="3118148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155436" y="209775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155436" y="2448115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155436" y="2966779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3FDF2-2EE0-4BE5-A7ED-3FDEC94380F0}"/>
              </a:ext>
            </a:extLst>
          </p:cNvPr>
          <p:cNvSpPr/>
          <p:nvPr/>
        </p:nvSpPr>
        <p:spPr>
          <a:xfrm>
            <a:off x="3574416" y="2173874"/>
            <a:ext cx="1513373" cy="236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EAE4A5E-9285-4159-9B50-58BE1288AEC1}"/>
              </a:ext>
            </a:extLst>
          </p:cNvPr>
          <p:cNvSpPr/>
          <p:nvPr/>
        </p:nvSpPr>
        <p:spPr>
          <a:xfrm>
            <a:off x="3572488" y="2646434"/>
            <a:ext cx="1515301" cy="42529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BDBA3C6-BD50-4A05-909D-DA3E6D0D84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89709" y="2221022"/>
            <a:ext cx="222872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08F5679-199C-4794-95F3-6F41E44248D3}"/>
              </a:ext>
            </a:extLst>
          </p:cNvPr>
          <p:cNvCxnSpPr/>
          <p:nvPr/>
        </p:nvCxnSpPr>
        <p:spPr>
          <a:xfrm>
            <a:off x="3632952" y="2986566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3A4ED3E-85AD-4AE1-9C14-F21A4568013B}"/>
              </a:ext>
            </a:extLst>
          </p:cNvPr>
          <p:cNvCxnSpPr/>
          <p:nvPr/>
        </p:nvCxnSpPr>
        <p:spPr>
          <a:xfrm flipV="1">
            <a:off x="3793587" y="2705701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95722D4-4CF9-4828-BF2D-D2F800A25CBB}"/>
              </a:ext>
            </a:extLst>
          </p:cNvPr>
          <p:cNvCxnSpPr>
            <a:cxnSpLocks/>
          </p:cNvCxnSpPr>
          <p:nvPr/>
        </p:nvCxnSpPr>
        <p:spPr>
          <a:xfrm>
            <a:off x="3663257" y="2960442"/>
            <a:ext cx="275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4058333-C68A-4421-900C-72E083CBD285}"/>
              </a:ext>
            </a:extLst>
          </p:cNvPr>
          <p:cNvCxnSpPr/>
          <p:nvPr/>
        </p:nvCxnSpPr>
        <p:spPr>
          <a:xfrm>
            <a:off x="4082631" y="298098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BAC5B3-AA54-4C7E-ACFD-544F32A67594}"/>
              </a:ext>
            </a:extLst>
          </p:cNvPr>
          <p:cNvCxnSpPr/>
          <p:nvPr/>
        </p:nvCxnSpPr>
        <p:spPr>
          <a:xfrm flipV="1">
            <a:off x="4243264" y="2700124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ACFE79B-B95D-492B-AF2E-D0CC25EB90AF}"/>
              </a:ext>
            </a:extLst>
          </p:cNvPr>
          <p:cNvCxnSpPr>
            <a:cxnSpLocks/>
          </p:cNvCxnSpPr>
          <p:nvPr/>
        </p:nvCxnSpPr>
        <p:spPr>
          <a:xfrm>
            <a:off x="4143088" y="2862878"/>
            <a:ext cx="222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DD47DDA-CC12-4E8F-A065-BF47A06C3A2C}"/>
              </a:ext>
            </a:extLst>
          </p:cNvPr>
          <p:cNvCxnSpPr/>
          <p:nvPr/>
        </p:nvCxnSpPr>
        <p:spPr>
          <a:xfrm>
            <a:off x="4683461" y="2977326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1065FC6-FB8E-4349-8BE5-A5B35200405E}"/>
              </a:ext>
            </a:extLst>
          </p:cNvPr>
          <p:cNvCxnSpPr/>
          <p:nvPr/>
        </p:nvCxnSpPr>
        <p:spPr>
          <a:xfrm flipV="1">
            <a:off x="4844095" y="2696461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954CBE7-9266-4A65-BA5F-887E42272EA4}"/>
              </a:ext>
            </a:extLst>
          </p:cNvPr>
          <p:cNvCxnSpPr>
            <a:cxnSpLocks/>
          </p:cNvCxnSpPr>
          <p:nvPr/>
        </p:nvCxnSpPr>
        <p:spPr>
          <a:xfrm>
            <a:off x="4782711" y="2758905"/>
            <a:ext cx="1227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1C8288F-990B-46CB-AE41-BDF884740F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43170" y="2225561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B4FDBEE-69C4-4E18-9F29-B894432DD5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38510" y="2225561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CE674B6B-61A2-487A-A04B-C5BDA9C813D8}"/>
              </a:ext>
            </a:extLst>
          </p:cNvPr>
          <p:cNvSpPr/>
          <p:nvPr/>
        </p:nvSpPr>
        <p:spPr>
          <a:xfrm>
            <a:off x="4565113" y="2852127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2795B14-2436-43B5-BFE0-9DC5325EDEC0}"/>
              </a:ext>
            </a:extLst>
          </p:cNvPr>
          <p:cNvSpPr/>
          <p:nvPr/>
        </p:nvSpPr>
        <p:spPr>
          <a:xfrm>
            <a:off x="4520481" y="2852127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F471B2-83E9-47FD-8C16-CCAE8C644D94}"/>
              </a:ext>
            </a:extLst>
          </p:cNvPr>
          <p:cNvSpPr/>
          <p:nvPr/>
        </p:nvSpPr>
        <p:spPr>
          <a:xfrm>
            <a:off x="4609743" y="2852127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E8FDA4A-B04F-49FC-B1A3-A146B5A823E0}"/>
              </a:ext>
            </a:extLst>
          </p:cNvPr>
          <p:cNvSpPr/>
          <p:nvPr/>
        </p:nvSpPr>
        <p:spPr>
          <a:xfrm>
            <a:off x="4568459" y="23098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CEE3B5-6733-4100-ADF7-570F2B6A4AA3}"/>
              </a:ext>
            </a:extLst>
          </p:cNvPr>
          <p:cNvSpPr/>
          <p:nvPr/>
        </p:nvSpPr>
        <p:spPr>
          <a:xfrm>
            <a:off x="4523827" y="23098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7433BD8-F54E-40BE-A229-5512CE3F9D1C}"/>
              </a:ext>
            </a:extLst>
          </p:cNvPr>
          <p:cNvSpPr/>
          <p:nvPr/>
        </p:nvSpPr>
        <p:spPr>
          <a:xfrm>
            <a:off x="4613090" y="23098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4901F63-A478-4ECF-8B4E-F7020F1C0DDC}"/>
              </a:ext>
            </a:extLst>
          </p:cNvPr>
          <p:cNvSpPr txBox="1"/>
          <p:nvPr/>
        </p:nvSpPr>
        <p:spPr>
          <a:xfrm>
            <a:off x="3871235" y="2017336"/>
            <a:ext cx="1088296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Spike activation function</a:t>
            </a:r>
            <a:endParaRPr lang="zh-CN" altLang="en-US" sz="62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E8ABC0-3E23-4EBE-860F-7DF49F53F38C}"/>
              </a:ext>
            </a:extLst>
          </p:cNvPr>
          <p:cNvSpPr txBox="1"/>
          <p:nvPr/>
        </p:nvSpPr>
        <p:spPr>
          <a:xfrm>
            <a:off x="3540747" y="2493810"/>
            <a:ext cx="1700123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Adaptive and Lightweight Surrogate Gradients</a:t>
            </a:r>
            <a:endParaRPr lang="zh-CN" altLang="en-US" sz="62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DF5321-864A-41A2-BF5D-9CEC969393E3}"/>
              </a:ext>
            </a:extLst>
          </p:cNvPr>
          <p:cNvSpPr txBox="1"/>
          <p:nvPr/>
        </p:nvSpPr>
        <p:spPr>
          <a:xfrm>
            <a:off x="3591351" y="3097858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1</a:t>
            </a:r>
            <a:endParaRPr lang="zh-CN" altLang="en-US" sz="62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1958A97-800E-4BE5-914E-A790DE6AD68C}"/>
              </a:ext>
            </a:extLst>
          </p:cNvPr>
          <p:cNvSpPr txBox="1"/>
          <p:nvPr/>
        </p:nvSpPr>
        <p:spPr>
          <a:xfrm>
            <a:off x="4082630" y="3097858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2</a:t>
            </a:r>
            <a:endParaRPr lang="zh-CN" altLang="en-US" sz="62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EEEB47-2BB9-4781-AED4-EEEEBF581660}"/>
              </a:ext>
            </a:extLst>
          </p:cNvPr>
          <p:cNvSpPr txBox="1"/>
          <p:nvPr/>
        </p:nvSpPr>
        <p:spPr>
          <a:xfrm>
            <a:off x="4656723" y="3094096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k</a:t>
            </a:r>
            <a:endParaRPr lang="zh-CN" altLang="en-US" sz="620" dirty="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0E07D5D-AE0E-4D17-9D79-F75BC3CB9C49}"/>
              </a:ext>
            </a:extLst>
          </p:cNvPr>
          <p:cNvSpPr/>
          <p:nvPr/>
        </p:nvSpPr>
        <p:spPr>
          <a:xfrm>
            <a:off x="3515980" y="2498564"/>
            <a:ext cx="1700123" cy="75598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975599-F945-4F87-A3BD-AF8DD2303B53}"/>
              </a:ext>
            </a:extLst>
          </p:cNvPr>
          <p:cNvSpPr/>
          <p:nvPr/>
        </p:nvSpPr>
        <p:spPr>
          <a:xfrm>
            <a:off x="3508252" y="2031576"/>
            <a:ext cx="1707849" cy="41854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C4AEB9E-DBC1-4B15-B05E-E6609DBA9A7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160604" y="2240843"/>
            <a:ext cx="413817" cy="514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759FE5B-C84E-4C1D-BF07-80277380D356}"/>
              </a:ext>
            </a:extLst>
          </p:cNvPr>
          <p:cNvCxnSpPr>
            <a:cxnSpLocks/>
            <a:stCxn id="39" idx="3"/>
            <a:endCxn id="6" idx="1"/>
          </p:cNvCxnSpPr>
          <p:nvPr/>
        </p:nvCxnSpPr>
        <p:spPr>
          <a:xfrm flipV="1">
            <a:off x="3160604" y="2292264"/>
            <a:ext cx="413817" cy="3879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F930C2A-EA27-4C45-908D-EA1677457EA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160604" y="2292262"/>
            <a:ext cx="413817" cy="779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3601AA-3053-4A3E-A8C0-1C2442B132B7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3160601" y="2240845"/>
            <a:ext cx="411891" cy="6182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6248EC1-AEFB-499E-BBC1-586829BCD2C8}"/>
              </a:ext>
            </a:extLst>
          </p:cNvPr>
          <p:cNvCxnSpPr>
            <a:cxnSpLocks/>
            <a:stCxn id="57" idx="1"/>
            <a:endCxn id="39" idx="3"/>
          </p:cNvCxnSpPr>
          <p:nvPr/>
        </p:nvCxnSpPr>
        <p:spPr>
          <a:xfrm flipH="1" flipV="1">
            <a:off x="3160601" y="2680201"/>
            <a:ext cx="411891" cy="178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08ABABD-ADB7-4E66-A17A-E735E893052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3160601" y="2859089"/>
            <a:ext cx="411891" cy="2126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29187CA6-F9C9-4644-8A9D-29947835D324}"/>
              </a:ext>
            </a:extLst>
          </p:cNvPr>
          <p:cNvSpPr/>
          <p:nvPr/>
        </p:nvSpPr>
        <p:spPr>
          <a:xfrm>
            <a:off x="5596251" y="2108988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89" name="弧形 88">
            <a:extLst>
              <a:ext uri="{FF2B5EF4-FFF2-40B4-BE49-F238E27FC236}">
                <a16:creationId xmlns:a16="http://schemas.microsoft.com/office/drawing/2014/main" id="{3015042E-41E8-4F12-91E5-C0F52B00FA51}"/>
              </a:ext>
            </a:extLst>
          </p:cNvPr>
          <p:cNvSpPr/>
          <p:nvPr/>
        </p:nvSpPr>
        <p:spPr>
          <a:xfrm rot="5770042">
            <a:off x="5536020" y="2044855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AE60560-4D85-4DD0-9F89-241BEEA1A4AC}"/>
              </a:ext>
            </a:extLst>
          </p:cNvPr>
          <p:cNvCxnSpPr>
            <a:cxnSpLocks/>
          </p:cNvCxnSpPr>
          <p:nvPr/>
        </p:nvCxnSpPr>
        <p:spPr>
          <a:xfrm>
            <a:off x="5758123" y="2163157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4B2AA7E-674C-4398-9595-51A2F3416301}"/>
              </a:ext>
            </a:extLst>
          </p:cNvPr>
          <p:cNvCxnSpPr>
            <a:cxnSpLocks/>
          </p:cNvCxnSpPr>
          <p:nvPr/>
        </p:nvCxnSpPr>
        <p:spPr>
          <a:xfrm>
            <a:off x="5827444" y="2233061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E6EFDDD-76CD-4263-BF62-18B6694EC17F}"/>
              </a:ext>
            </a:extLst>
          </p:cNvPr>
          <p:cNvCxnSpPr/>
          <p:nvPr/>
        </p:nvCxnSpPr>
        <p:spPr>
          <a:xfrm>
            <a:off x="5876492" y="210898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68C6FF6-EB69-4A21-8A09-5D5775BBA2AE}"/>
              </a:ext>
            </a:extLst>
          </p:cNvPr>
          <p:cNvCxnSpPr/>
          <p:nvPr/>
        </p:nvCxnSpPr>
        <p:spPr>
          <a:xfrm>
            <a:off x="5963404" y="210898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09E0DC23-64A9-42C0-93FA-174CA50AA99C}"/>
              </a:ext>
            </a:extLst>
          </p:cNvPr>
          <p:cNvSpPr/>
          <p:nvPr/>
        </p:nvSpPr>
        <p:spPr>
          <a:xfrm>
            <a:off x="5596251" y="2468853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7" name="弧形 106">
            <a:extLst>
              <a:ext uri="{FF2B5EF4-FFF2-40B4-BE49-F238E27FC236}">
                <a16:creationId xmlns:a16="http://schemas.microsoft.com/office/drawing/2014/main" id="{3A83B3AD-4454-4059-955F-8EE55C500DCE}"/>
              </a:ext>
            </a:extLst>
          </p:cNvPr>
          <p:cNvSpPr/>
          <p:nvPr/>
        </p:nvSpPr>
        <p:spPr>
          <a:xfrm rot="5770042">
            <a:off x="5536020" y="240471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96B2F5D-22A7-40DF-96E1-CDED02260667}"/>
              </a:ext>
            </a:extLst>
          </p:cNvPr>
          <p:cNvCxnSpPr>
            <a:cxnSpLocks/>
          </p:cNvCxnSpPr>
          <p:nvPr/>
        </p:nvCxnSpPr>
        <p:spPr>
          <a:xfrm>
            <a:off x="5758123" y="252302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6182473-ACC5-42C6-9BF4-B47F4AE8402D}"/>
              </a:ext>
            </a:extLst>
          </p:cNvPr>
          <p:cNvCxnSpPr>
            <a:cxnSpLocks/>
          </p:cNvCxnSpPr>
          <p:nvPr/>
        </p:nvCxnSpPr>
        <p:spPr>
          <a:xfrm>
            <a:off x="5827444" y="2592925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F91B582-592E-4909-8A24-0B3871E87253}"/>
              </a:ext>
            </a:extLst>
          </p:cNvPr>
          <p:cNvCxnSpPr/>
          <p:nvPr/>
        </p:nvCxnSpPr>
        <p:spPr>
          <a:xfrm>
            <a:off x="5876492" y="246885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49612374-3682-4548-845E-2F8684F3C510}"/>
              </a:ext>
            </a:extLst>
          </p:cNvPr>
          <p:cNvCxnSpPr/>
          <p:nvPr/>
        </p:nvCxnSpPr>
        <p:spPr>
          <a:xfrm>
            <a:off x="6004972" y="246885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9B340106-7E7C-474D-B9C0-55428D899889}"/>
              </a:ext>
            </a:extLst>
          </p:cNvPr>
          <p:cNvSpPr/>
          <p:nvPr/>
        </p:nvSpPr>
        <p:spPr>
          <a:xfrm>
            <a:off x="5592701" y="2994462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3" name="弧形 112">
            <a:extLst>
              <a:ext uri="{FF2B5EF4-FFF2-40B4-BE49-F238E27FC236}">
                <a16:creationId xmlns:a16="http://schemas.microsoft.com/office/drawing/2014/main" id="{5E1411B4-203C-489F-A261-5F5AE9DB509B}"/>
              </a:ext>
            </a:extLst>
          </p:cNvPr>
          <p:cNvSpPr/>
          <p:nvPr/>
        </p:nvSpPr>
        <p:spPr>
          <a:xfrm rot="5770042">
            <a:off x="5532471" y="2930328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74C5CDB-7AF0-4D49-9EF6-EC9C83230312}"/>
              </a:ext>
            </a:extLst>
          </p:cNvPr>
          <p:cNvCxnSpPr>
            <a:cxnSpLocks/>
          </p:cNvCxnSpPr>
          <p:nvPr/>
        </p:nvCxnSpPr>
        <p:spPr>
          <a:xfrm>
            <a:off x="5754573" y="3048630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A06444F-2C3F-4157-8221-ABB3118A764C}"/>
              </a:ext>
            </a:extLst>
          </p:cNvPr>
          <p:cNvCxnSpPr>
            <a:cxnSpLocks/>
          </p:cNvCxnSpPr>
          <p:nvPr/>
        </p:nvCxnSpPr>
        <p:spPr>
          <a:xfrm>
            <a:off x="5823896" y="3118534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0CF3BDB-E830-4D2B-9ED2-E4C659B595BC}"/>
              </a:ext>
            </a:extLst>
          </p:cNvPr>
          <p:cNvCxnSpPr/>
          <p:nvPr/>
        </p:nvCxnSpPr>
        <p:spPr>
          <a:xfrm>
            <a:off x="5929625" y="299321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14DE8CFA-DB78-4D04-9B86-C68C02EA216F}"/>
              </a:ext>
            </a:extLst>
          </p:cNvPr>
          <p:cNvCxnSpPr/>
          <p:nvPr/>
        </p:nvCxnSpPr>
        <p:spPr>
          <a:xfrm>
            <a:off x="6005125" y="299321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2D0328E5-EFE7-4DC3-8CF3-D39A43234FD8}"/>
              </a:ext>
            </a:extLst>
          </p:cNvPr>
          <p:cNvSpPr/>
          <p:nvPr/>
        </p:nvSpPr>
        <p:spPr>
          <a:xfrm>
            <a:off x="6255948" y="222040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9CC694DB-3D9C-40CF-B0E0-BA90D066208A}"/>
              </a:ext>
            </a:extLst>
          </p:cNvPr>
          <p:cNvSpPr/>
          <p:nvPr/>
        </p:nvSpPr>
        <p:spPr>
          <a:xfrm>
            <a:off x="6211316" y="222040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D5F382E-5BC2-46FA-BF73-B870186E4AE3}"/>
              </a:ext>
            </a:extLst>
          </p:cNvPr>
          <p:cNvSpPr/>
          <p:nvPr/>
        </p:nvSpPr>
        <p:spPr>
          <a:xfrm>
            <a:off x="6300579" y="222040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F6D494A-7708-42B5-902B-01AA764A4444}"/>
              </a:ext>
            </a:extLst>
          </p:cNvPr>
          <p:cNvSpPr/>
          <p:nvPr/>
        </p:nvSpPr>
        <p:spPr>
          <a:xfrm>
            <a:off x="6253611" y="258716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CD15518-38C9-410B-AF9A-571BEDE05462}"/>
              </a:ext>
            </a:extLst>
          </p:cNvPr>
          <p:cNvSpPr/>
          <p:nvPr/>
        </p:nvSpPr>
        <p:spPr>
          <a:xfrm>
            <a:off x="6208979" y="258716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FF893AF-15BA-4319-87C0-0BB89D3877AC}"/>
              </a:ext>
            </a:extLst>
          </p:cNvPr>
          <p:cNvSpPr/>
          <p:nvPr/>
        </p:nvSpPr>
        <p:spPr>
          <a:xfrm>
            <a:off x="6298243" y="258716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3368A12-EC2A-47CB-9DFC-1DAE751E21F3}"/>
              </a:ext>
            </a:extLst>
          </p:cNvPr>
          <p:cNvSpPr/>
          <p:nvPr/>
        </p:nvSpPr>
        <p:spPr>
          <a:xfrm>
            <a:off x="6259190" y="311578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814514B-2E88-4F29-A51F-CA0CECBAD72E}"/>
              </a:ext>
            </a:extLst>
          </p:cNvPr>
          <p:cNvSpPr/>
          <p:nvPr/>
        </p:nvSpPr>
        <p:spPr>
          <a:xfrm>
            <a:off x="6214559" y="311578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B7C47383-4A09-4F3C-A49E-3A07E8031665}"/>
              </a:ext>
            </a:extLst>
          </p:cNvPr>
          <p:cNvSpPr/>
          <p:nvPr/>
        </p:nvSpPr>
        <p:spPr>
          <a:xfrm>
            <a:off x="6303822" y="3115788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1A9934DB-9D44-431E-8C6E-83523167679B}"/>
              </a:ext>
            </a:extLst>
          </p:cNvPr>
          <p:cNvSpPr/>
          <p:nvPr/>
        </p:nvSpPr>
        <p:spPr>
          <a:xfrm>
            <a:off x="6253611" y="284988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771EF984-BC0F-4705-903B-471BB1F6D7E4}"/>
              </a:ext>
            </a:extLst>
          </p:cNvPr>
          <p:cNvSpPr/>
          <p:nvPr/>
        </p:nvSpPr>
        <p:spPr>
          <a:xfrm>
            <a:off x="6208979" y="284988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C2615B95-3A93-4D48-A8EF-C6AE4AE9819A}"/>
              </a:ext>
            </a:extLst>
          </p:cNvPr>
          <p:cNvSpPr/>
          <p:nvPr/>
        </p:nvSpPr>
        <p:spPr>
          <a:xfrm>
            <a:off x="6298243" y="2849887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74A1A33-076F-49F4-93FD-A30E168186B9}"/>
              </a:ext>
            </a:extLst>
          </p:cNvPr>
          <p:cNvSpPr/>
          <p:nvPr/>
        </p:nvSpPr>
        <p:spPr>
          <a:xfrm>
            <a:off x="5504438" y="2027708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52E6B4E-5DC8-4DF8-8A95-F5BD0DCD41FA}"/>
              </a:ext>
            </a:extLst>
          </p:cNvPr>
          <p:cNvCxnSpPr>
            <a:cxnSpLocks/>
            <a:stCxn id="6" idx="3"/>
            <a:endCxn id="88" idx="2"/>
          </p:cNvCxnSpPr>
          <p:nvPr/>
        </p:nvCxnSpPr>
        <p:spPr>
          <a:xfrm flipV="1">
            <a:off x="5087792" y="2233065"/>
            <a:ext cx="508457" cy="59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E724303C-072B-40E4-A209-EAC3483B6777}"/>
              </a:ext>
            </a:extLst>
          </p:cNvPr>
          <p:cNvCxnSpPr>
            <a:cxnSpLocks/>
            <a:stCxn id="6" idx="3"/>
            <a:endCxn id="106" idx="2"/>
          </p:cNvCxnSpPr>
          <p:nvPr/>
        </p:nvCxnSpPr>
        <p:spPr>
          <a:xfrm>
            <a:off x="5087792" y="2292258"/>
            <a:ext cx="508457" cy="300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A1B6316-05D7-4EC9-A692-EF53A02798BE}"/>
              </a:ext>
            </a:extLst>
          </p:cNvPr>
          <p:cNvCxnSpPr>
            <a:cxnSpLocks/>
            <a:stCxn id="6" idx="3"/>
            <a:endCxn id="112" idx="2"/>
          </p:cNvCxnSpPr>
          <p:nvPr/>
        </p:nvCxnSpPr>
        <p:spPr>
          <a:xfrm>
            <a:off x="5087790" y="2292259"/>
            <a:ext cx="504909" cy="826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9EFDA91-20BE-4139-B600-D5B01C1A019A}"/>
              </a:ext>
            </a:extLst>
          </p:cNvPr>
          <p:cNvCxnSpPr>
            <a:cxnSpLocks/>
            <a:stCxn id="88" idx="2"/>
            <a:endCxn id="57" idx="3"/>
          </p:cNvCxnSpPr>
          <p:nvPr/>
        </p:nvCxnSpPr>
        <p:spPr>
          <a:xfrm flipH="1">
            <a:off x="5087792" y="2233063"/>
            <a:ext cx="508457" cy="6260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A322EFE-7BD9-4C92-A1B2-00CB9643C7B4}"/>
              </a:ext>
            </a:extLst>
          </p:cNvPr>
          <p:cNvCxnSpPr>
            <a:cxnSpLocks/>
            <a:stCxn id="106" idx="2"/>
            <a:endCxn id="57" idx="3"/>
          </p:cNvCxnSpPr>
          <p:nvPr/>
        </p:nvCxnSpPr>
        <p:spPr>
          <a:xfrm flipH="1">
            <a:off x="5087792" y="2592928"/>
            <a:ext cx="508457" cy="266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7DBA6E4A-7E67-490A-8144-15A1193BA8C7}"/>
              </a:ext>
            </a:extLst>
          </p:cNvPr>
          <p:cNvCxnSpPr>
            <a:cxnSpLocks/>
            <a:stCxn id="112" idx="2"/>
            <a:endCxn id="57" idx="3"/>
          </p:cNvCxnSpPr>
          <p:nvPr/>
        </p:nvCxnSpPr>
        <p:spPr>
          <a:xfrm flipH="1" flipV="1">
            <a:off x="5087790" y="2859084"/>
            <a:ext cx="504909" cy="2594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B507CD75-8F95-4441-A2F2-9D519583A1E0}"/>
              </a:ext>
            </a:extLst>
          </p:cNvPr>
          <p:cNvSpPr/>
          <p:nvPr/>
        </p:nvSpPr>
        <p:spPr>
          <a:xfrm>
            <a:off x="6612223" y="2480473"/>
            <a:ext cx="677036" cy="272675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AF249EA-F624-457A-902D-4F187DA429E0}"/>
              </a:ext>
            </a:extLst>
          </p:cNvPr>
          <p:cNvSpPr txBox="1"/>
          <p:nvPr/>
        </p:nvSpPr>
        <p:spPr>
          <a:xfrm>
            <a:off x="6592683" y="2534296"/>
            <a:ext cx="852059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Classification loss</a:t>
            </a:r>
            <a:endParaRPr lang="zh-CN" altLang="en-US" sz="620" dirty="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0198133-DAD8-4506-8337-673C39ECA311}"/>
              </a:ext>
            </a:extLst>
          </p:cNvPr>
          <p:cNvSpPr txBox="1"/>
          <p:nvPr/>
        </p:nvSpPr>
        <p:spPr>
          <a:xfrm>
            <a:off x="5686946" y="1828924"/>
            <a:ext cx="566663" cy="19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Post-spike</a:t>
            </a:r>
            <a:endParaRPr lang="zh-CN" altLang="en-US" sz="683" dirty="0"/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9F1CD3C-99EC-4029-B247-4E8F36E74F38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6381998" y="2523022"/>
            <a:ext cx="210685" cy="1051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D688225-4B9C-461E-8F21-492275A8D3E4}"/>
              </a:ext>
            </a:extLst>
          </p:cNvPr>
          <p:cNvCxnSpPr>
            <a:cxnSpLocks/>
            <a:stCxn id="151" idx="1"/>
          </p:cNvCxnSpPr>
          <p:nvPr/>
        </p:nvCxnSpPr>
        <p:spPr>
          <a:xfrm flipH="1">
            <a:off x="6388681" y="2628168"/>
            <a:ext cx="204002" cy="1419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312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2363273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2306592" y="2149595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2525147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2057188" y="2325441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2106235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2193148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2363273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2306592" y="2509460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2525147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2057188" y="2685305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210623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223471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2359724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2303043" y="3035069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2521597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2053639" y="3210916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2159369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2234868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928463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883832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973095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926127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881495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970758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931706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887075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976338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926127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881495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970758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811566" y="2131323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2002990" y="1954128"/>
            <a:ext cx="485365" cy="3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Pre-spike</a:t>
            </a:r>
            <a:endParaRPr lang="zh-CN" altLang="en-US" sz="683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3092582" y="2266769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3186820" y="2558260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598021" y="232544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598021" y="2688593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594473" y="322176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722257" y="2201370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722257" y="255172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722257" y="3070391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3FDF2-2EE0-4BE5-A7ED-3FDEC94380F0}"/>
              </a:ext>
            </a:extLst>
          </p:cNvPr>
          <p:cNvSpPr/>
          <p:nvPr/>
        </p:nvSpPr>
        <p:spPr>
          <a:xfrm>
            <a:off x="4141236" y="2277486"/>
            <a:ext cx="1513373" cy="236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EAE4A5E-9285-4159-9B50-58BE1288AEC1}"/>
              </a:ext>
            </a:extLst>
          </p:cNvPr>
          <p:cNvSpPr/>
          <p:nvPr/>
        </p:nvSpPr>
        <p:spPr>
          <a:xfrm>
            <a:off x="4139308" y="2750048"/>
            <a:ext cx="1515301" cy="42529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BDBA3C6-BD50-4A05-909D-DA3E6D0D84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56529" y="2324634"/>
            <a:ext cx="222872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08F5679-199C-4794-95F3-6F41E44248D3}"/>
              </a:ext>
            </a:extLst>
          </p:cNvPr>
          <p:cNvCxnSpPr/>
          <p:nvPr/>
        </p:nvCxnSpPr>
        <p:spPr>
          <a:xfrm>
            <a:off x="4199773" y="3090180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3A4ED3E-85AD-4AE1-9C14-F21A4568013B}"/>
              </a:ext>
            </a:extLst>
          </p:cNvPr>
          <p:cNvCxnSpPr/>
          <p:nvPr/>
        </p:nvCxnSpPr>
        <p:spPr>
          <a:xfrm flipV="1">
            <a:off x="4360408" y="280931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95722D4-4CF9-4828-BF2D-D2F800A25CBB}"/>
              </a:ext>
            </a:extLst>
          </p:cNvPr>
          <p:cNvCxnSpPr>
            <a:cxnSpLocks/>
          </p:cNvCxnSpPr>
          <p:nvPr/>
        </p:nvCxnSpPr>
        <p:spPr>
          <a:xfrm>
            <a:off x="4230077" y="3064056"/>
            <a:ext cx="275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4058333-C68A-4421-900C-72E083CBD285}"/>
              </a:ext>
            </a:extLst>
          </p:cNvPr>
          <p:cNvCxnSpPr/>
          <p:nvPr/>
        </p:nvCxnSpPr>
        <p:spPr>
          <a:xfrm>
            <a:off x="4649452" y="3084601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BAC5B3-AA54-4C7E-ACFD-544F32A67594}"/>
              </a:ext>
            </a:extLst>
          </p:cNvPr>
          <p:cNvCxnSpPr/>
          <p:nvPr/>
        </p:nvCxnSpPr>
        <p:spPr>
          <a:xfrm flipV="1">
            <a:off x="4810085" y="2803736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ACFE79B-B95D-492B-AF2E-D0CC25EB90AF}"/>
              </a:ext>
            </a:extLst>
          </p:cNvPr>
          <p:cNvCxnSpPr>
            <a:cxnSpLocks/>
          </p:cNvCxnSpPr>
          <p:nvPr/>
        </p:nvCxnSpPr>
        <p:spPr>
          <a:xfrm>
            <a:off x="4709908" y="2966490"/>
            <a:ext cx="222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DD47DDA-CC12-4E8F-A065-BF47A06C3A2C}"/>
              </a:ext>
            </a:extLst>
          </p:cNvPr>
          <p:cNvCxnSpPr/>
          <p:nvPr/>
        </p:nvCxnSpPr>
        <p:spPr>
          <a:xfrm>
            <a:off x="5250281" y="308093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1065FC6-FB8E-4349-8BE5-A5B35200405E}"/>
              </a:ext>
            </a:extLst>
          </p:cNvPr>
          <p:cNvCxnSpPr/>
          <p:nvPr/>
        </p:nvCxnSpPr>
        <p:spPr>
          <a:xfrm flipV="1">
            <a:off x="5410916" y="280007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954CBE7-9266-4A65-BA5F-887E42272EA4}"/>
              </a:ext>
            </a:extLst>
          </p:cNvPr>
          <p:cNvCxnSpPr>
            <a:cxnSpLocks/>
          </p:cNvCxnSpPr>
          <p:nvPr/>
        </p:nvCxnSpPr>
        <p:spPr>
          <a:xfrm>
            <a:off x="5349531" y="2862518"/>
            <a:ext cx="1227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1C8288F-990B-46CB-AE41-BDF884740F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9990" y="2329173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B4FDBEE-69C4-4E18-9F29-B894432DD5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05332" y="2329174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CE674B6B-61A2-487A-A04B-C5BDA9C813D8}"/>
              </a:ext>
            </a:extLst>
          </p:cNvPr>
          <p:cNvSpPr/>
          <p:nvPr/>
        </p:nvSpPr>
        <p:spPr>
          <a:xfrm>
            <a:off x="5131933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2795B14-2436-43B5-BFE0-9DC5325EDEC0}"/>
              </a:ext>
            </a:extLst>
          </p:cNvPr>
          <p:cNvSpPr/>
          <p:nvPr/>
        </p:nvSpPr>
        <p:spPr>
          <a:xfrm>
            <a:off x="5087301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F471B2-83E9-47FD-8C16-CCAE8C644D94}"/>
              </a:ext>
            </a:extLst>
          </p:cNvPr>
          <p:cNvSpPr/>
          <p:nvPr/>
        </p:nvSpPr>
        <p:spPr>
          <a:xfrm>
            <a:off x="5176565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E8FDA4A-B04F-49FC-B1A3-A146B5A823E0}"/>
              </a:ext>
            </a:extLst>
          </p:cNvPr>
          <p:cNvSpPr/>
          <p:nvPr/>
        </p:nvSpPr>
        <p:spPr>
          <a:xfrm>
            <a:off x="513528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CEE3B5-6733-4100-ADF7-570F2B6A4AA3}"/>
              </a:ext>
            </a:extLst>
          </p:cNvPr>
          <p:cNvSpPr/>
          <p:nvPr/>
        </p:nvSpPr>
        <p:spPr>
          <a:xfrm>
            <a:off x="5090649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7433BD8-F54E-40BE-A229-5512CE3F9D1C}"/>
              </a:ext>
            </a:extLst>
          </p:cNvPr>
          <p:cNvSpPr/>
          <p:nvPr/>
        </p:nvSpPr>
        <p:spPr>
          <a:xfrm>
            <a:off x="517991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4901F63-A478-4ECF-8B4E-F7020F1C0DDC}"/>
              </a:ext>
            </a:extLst>
          </p:cNvPr>
          <p:cNvSpPr txBox="1"/>
          <p:nvPr/>
        </p:nvSpPr>
        <p:spPr>
          <a:xfrm>
            <a:off x="4438055" y="2120948"/>
            <a:ext cx="1088296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Spike activation function</a:t>
            </a:r>
            <a:endParaRPr lang="zh-CN" altLang="en-US" sz="62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E8ABC0-3E23-4EBE-860F-7DF49F53F38C}"/>
              </a:ext>
            </a:extLst>
          </p:cNvPr>
          <p:cNvSpPr txBox="1"/>
          <p:nvPr/>
        </p:nvSpPr>
        <p:spPr>
          <a:xfrm>
            <a:off x="4107568" y="2597424"/>
            <a:ext cx="1700123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Adaptive and Lightweight Surrogate Gradients</a:t>
            </a:r>
            <a:endParaRPr lang="zh-CN" altLang="en-US" sz="62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DF5321-864A-41A2-BF5D-9CEC969393E3}"/>
              </a:ext>
            </a:extLst>
          </p:cNvPr>
          <p:cNvSpPr txBox="1"/>
          <p:nvPr/>
        </p:nvSpPr>
        <p:spPr>
          <a:xfrm>
            <a:off x="4158171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1</a:t>
            </a:r>
            <a:endParaRPr lang="zh-CN" altLang="en-US" sz="62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1958A97-800E-4BE5-914E-A790DE6AD68C}"/>
              </a:ext>
            </a:extLst>
          </p:cNvPr>
          <p:cNvSpPr txBox="1"/>
          <p:nvPr/>
        </p:nvSpPr>
        <p:spPr>
          <a:xfrm>
            <a:off x="4649450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2</a:t>
            </a:r>
            <a:endParaRPr lang="zh-CN" altLang="en-US" sz="62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EEEB47-2BB9-4781-AED4-EEEEBF581660}"/>
              </a:ext>
            </a:extLst>
          </p:cNvPr>
          <p:cNvSpPr txBox="1"/>
          <p:nvPr/>
        </p:nvSpPr>
        <p:spPr>
          <a:xfrm>
            <a:off x="5223543" y="3197708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k</a:t>
            </a:r>
            <a:endParaRPr lang="zh-CN" altLang="en-US" sz="620" dirty="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0E07D5D-AE0E-4D17-9D79-F75BC3CB9C49}"/>
              </a:ext>
            </a:extLst>
          </p:cNvPr>
          <p:cNvSpPr/>
          <p:nvPr/>
        </p:nvSpPr>
        <p:spPr>
          <a:xfrm>
            <a:off x="4082800" y="2602177"/>
            <a:ext cx="1700123" cy="75598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975599-F945-4F87-A3BD-AF8DD2303B53}"/>
              </a:ext>
            </a:extLst>
          </p:cNvPr>
          <p:cNvSpPr/>
          <p:nvPr/>
        </p:nvSpPr>
        <p:spPr>
          <a:xfrm>
            <a:off x="4075072" y="2135190"/>
            <a:ext cx="1707849" cy="41854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C4AEB9E-DBC1-4B15-B05E-E6609DBA9A7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727426" y="2344457"/>
            <a:ext cx="413817" cy="514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759FE5B-C84E-4C1D-BF07-80277380D356}"/>
              </a:ext>
            </a:extLst>
          </p:cNvPr>
          <p:cNvCxnSpPr>
            <a:cxnSpLocks/>
            <a:stCxn id="39" idx="3"/>
            <a:endCxn id="6" idx="1"/>
          </p:cNvCxnSpPr>
          <p:nvPr/>
        </p:nvCxnSpPr>
        <p:spPr>
          <a:xfrm flipV="1">
            <a:off x="3727426" y="2395878"/>
            <a:ext cx="413817" cy="3879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F930C2A-EA27-4C45-908D-EA1677457EA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27426" y="2395876"/>
            <a:ext cx="413817" cy="779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3601AA-3053-4A3E-A8C0-1C2442B132B7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3727421" y="2344458"/>
            <a:ext cx="411891" cy="6182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6248EC1-AEFB-499E-BBC1-586829BCD2C8}"/>
              </a:ext>
            </a:extLst>
          </p:cNvPr>
          <p:cNvCxnSpPr>
            <a:cxnSpLocks/>
            <a:stCxn id="57" idx="1"/>
            <a:endCxn id="39" idx="3"/>
          </p:cNvCxnSpPr>
          <p:nvPr/>
        </p:nvCxnSpPr>
        <p:spPr>
          <a:xfrm flipH="1" flipV="1">
            <a:off x="3727421" y="2783814"/>
            <a:ext cx="411891" cy="178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08ABABD-ADB7-4E66-A17A-E735E893052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3727421" y="2962701"/>
            <a:ext cx="411891" cy="2126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29187CA6-F9C9-4644-8A9D-29947835D324}"/>
              </a:ext>
            </a:extLst>
          </p:cNvPr>
          <p:cNvSpPr/>
          <p:nvPr/>
        </p:nvSpPr>
        <p:spPr>
          <a:xfrm>
            <a:off x="6163071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89" name="弧形 88">
            <a:extLst>
              <a:ext uri="{FF2B5EF4-FFF2-40B4-BE49-F238E27FC236}">
                <a16:creationId xmlns:a16="http://schemas.microsoft.com/office/drawing/2014/main" id="{3015042E-41E8-4F12-91E5-C0F52B00FA51}"/>
              </a:ext>
            </a:extLst>
          </p:cNvPr>
          <p:cNvSpPr/>
          <p:nvPr/>
        </p:nvSpPr>
        <p:spPr>
          <a:xfrm rot="5770042">
            <a:off x="6102840" y="214846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AE60560-4D85-4DD0-9F89-241BEEA1A4AC}"/>
              </a:ext>
            </a:extLst>
          </p:cNvPr>
          <p:cNvCxnSpPr>
            <a:cxnSpLocks/>
          </p:cNvCxnSpPr>
          <p:nvPr/>
        </p:nvCxnSpPr>
        <p:spPr>
          <a:xfrm>
            <a:off x="6324944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4B2AA7E-674C-4398-9595-51A2F3416301}"/>
              </a:ext>
            </a:extLst>
          </p:cNvPr>
          <p:cNvCxnSpPr>
            <a:cxnSpLocks/>
          </p:cNvCxnSpPr>
          <p:nvPr/>
        </p:nvCxnSpPr>
        <p:spPr>
          <a:xfrm>
            <a:off x="6394265" y="2336673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E6EFDDD-76CD-4263-BF62-18B6694EC17F}"/>
              </a:ext>
            </a:extLst>
          </p:cNvPr>
          <p:cNvCxnSpPr/>
          <p:nvPr/>
        </p:nvCxnSpPr>
        <p:spPr>
          <a:xfrm>
            <a:off x="6443313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68C6FF6-EB69-4A21-8A09-5D5775BBA2AE}"/>
              </a:ext>
            </a:extLst>
          </p:cNvPr>
          <p:cNvCxnSpPr/>
          <p:nvPr/>
        </p:nvCxnSpPr>
        <p:spPr>
          <a:xfrm>
            <a:off x="6530225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09E0DC23-64A9-42C0-93FA-174CA50AA99C}"/>
              </a:ext>
            </a:extLst>
          </p:cNvPr>
          <p:cNvSpPr/>
          <p:nvPr/>
        </p:nvSpPr>
        <p:spPr>
          <a:xfrm>
            <a:off x="6163071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7" name="弧形 106">
            <a:extLst>
              <a:ext uri="{FF2B5EF4-FFF2-40B4-BE49-F238E27FC236}">
                <a16:creationId xmlns:a16="http://schemas.microsoft.com/office/drawing/2014/main" id="{3A83B3AD-4454-4059-955F-8EE55C500DCE}"/>
              </a:ext>
            </a:extLst>
          </p:cNvPr>
          <p:cNvSpPr/>
          <p:nvPr/>
        </p:nvSpPr>
        <p:spPr>
          <a:xfrm rot="5770042">
            <a:off x="6102840" y="250833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96B2F5D-22A7-40DF-96E1-CDED02260667}"/>
              </a:ext>
            </a:extLst>
          </p:cNvPr>
          <p:cNvCxnSpPr>
            <a:cxnSpLocks/>
          </p:cNvCxnSpPr>
          <p:nvPr/>
        </p:nvCxnSpPr>
        <p:spPr>
          <a:xfrm>
            <a:off x="6324944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6182473-ACC5-42C6-9BF4-B47F4AE8402D}"/>
              </a:ext>
            </a:extLst>
          </p:cNvPr>
          <p:cNvCxnSpPr>
            <a:cxnSpLocks/>
          </p:cNvCxnSpPr>
          <p:nvPr/>
        </p:nvCxnSpPr>
        <p:spPr>
          <a:xfrm>
            <a:off x="6394265" y="269653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F91B582-592E-4909-8A24-0B3871E87253}"/>
              </a:ext>
            </a:extLst>
          </p:cNvPr>
          <p:cNvCxnSpPr/>
          <p:nvPr/>
        </p:nvCxnSpPr>
        <p:spPr>
          <a:xfrm>
            <a:off x="6443313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49612374-3682-4548-845E-2F8684F3C510}"/>
              </a:ext>
            </a:extLst>
          </p:cNvPr>
          <p:cNvCxnSpPr/>
          <p:nvPr/>
        </p:nvCxnSpPr>
        <p:spPr>
          <a:xfrm>
            <a:off x="6571792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9B340106-7E7C-474D-B9C0-55428D899889}"/>
              </a:ext>
            </a:extLst>
          </p:cNvPr>
          <p:cNvSpPr/>
          <p:nvPr/>
        </p:nvSpPr>
        <p:spPr>
          <a:xfrm>
            <a:off x="6159523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3" name="弧形 112">
            <a:extLst>
              <a:ext uri="{FF2B5EF4-FFF2-40B4-BE49-F238E27FC236}">
                <a16:creationId xmlns:a16="http://schemas.microsoft.com/office/drawing/2014/main" id="{5E1411B4-203C-489F-A261-5F5AE9DB509B}"/>
              </a:ext>
            </a:extLst>
          </p:cNvPr>
          <p:cNvSpPr/>
          <p:nvPr/>
        </p:nvSpPr>
        <p:spPr>
          <a:xfrm rot="5770042">
            <a:off x="6099292" y="303394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74C5CDB-7AF0-4D49-9EF6-EC9C83230312}"/>
              </a:ext>
            </a:extLst>
          </p:cNvPr>
          <p:cNvCxnSpPr>
            <a:cxnSpLocks/>
          </p:cNvCxnSpPr>
          <p:nvPr/>
        </p:nvCxnSpPr>
        <p:spPr>
          <a:xfrm>
            <a:off x="6321396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A06444F-2C3F-4157-8221-ABB3118A764C}"/>
              </a:ext>
            </a:extLst>
          </p:cNvPr>
          <p:cNvCxnSpPr>
            <a:cxnSpLocks/>
          </p:cNvCxnSpPr>
          <p:nvPr/>
        </p:nvCxnSpPr>
        <p:spPr>
          <a:xfrm>
            <a:off x="6390716" y="322214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0CF3BDB-E830-4D2B-9ED2-E4C659B595BC}"/>
              </a:ext>
            </a:extLst>
          </p:cNvPr>
          <p:cNvCxnSpPr/>
          <p:nvPr/>
        </p:nvCxnSpPr>
        <p:spPr>
          <a:xfrm>
            <a:off x="6496447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14DE8CFA-DB78-4D04-9B86-C68C02EA216F}"/>
              </a:ext>
            </a:extLst>
          </p:cNvPr>
          <p:cNvCxnSpPr/>
          <p:nvPr/>
        </p:nvCxnSpPr>
        <p:spPr>
          <a:xfrm>
            <a:off x="6571945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2D0328E5-EFE7-4DC3-8CF3-D39A43234FD8}"/>
              </a:ext>
            </a:extLst>
          </p:cNvPr>
          <p:cNvSpPr/>
          <p:nvPr/>
        </p:nvSpPr>
        <p:spPr>
          <a:xfrm>
            <a:off x="6822768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9CC694DB-3D9C-40CF-B0E0-BA90D066208A}"/>
              </a:ext>
            </a:extLst>
          </p:cNvPr>
          <p:cNvSpPr/>
          <p:nvPr/>
        </p:nvSpPr>
        <p:spPr>
          <a:xfrm>
            <a:off x="6778136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D5F382E-5BC2-46FA-BF73-B870186E4AE3}"/>
              </a:ext>
            </a:extLst>
          </p:cNvPr>
          <p:cNvSpPr/>
          <p:nvPr/>
        </p:nvSpPr>
        <p:spPr>
          <a:xfrm>
            <a:off x="6867400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F6D494A-7708-42B5-902B-01AA764A4444}"/>
              </a:ext>
            </a:extLst>
          </p:cNvPr>
          <p:cNvSpPr/>
          <p:nvPr/>
        </p:nvSpPr>
        <p:spPr>
          <a:xfrm>
            <a:off x="6820431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CD15518-38C9-410B-AF9A-571BEDE05462}"/>
              </a:ext>
            </a:extLst>
          </p:cNvPr>
          <p:cNvSpPr/>
          <p:nvPr/>
        </p:nvSpPr>
        <p:spPr>
          <a:xfrm>
            <a:off x="6775800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FF893AF-15BA-4319-87C0-0BB89D3877AC}"/>
              </a:ext>
            </a:extLst>
          </p:cNvPr>
          <p:cNvSpPr/>
          <p:nvPr/>
        </p:nvSpPr>
        <p:spPr>
          <a:xfrm>
            <a:off x="6865063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3368A12-EC2A-47CB-9DFC-1DAE751E21F3}"/>
              </a:ext>
            </a:extLst>
          </p:cNvPr>
          <p:cNvSpPr/>
          <p:nvPr/>
        </p:nvSpPr>
        <p:spPr>
          <a:xfrm>
            <a:off x="6826011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814514B-2E88-4F29-A51F-CA0CECBAD72E}"/>
              </a:ext>
            </a:extLst>
          </p:cNvPr>
          <p:cNvSpPr/>
          <p:nvPr/>
        </p:nvSpPr>
        <p:spPr>
          <a:xfrm>
            <a:off x="6781379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B7C47383-4A09-4F3C-A49E-3A07E8031665}"/>
              </a:ext>
            </a:extLst>
          </p:cNvPr>
          <p:cNvSpPr/>
          <p:nvPr/>
        </p:nvSpPr>
        <p:spPr>
          <a:xfrm>
            <a:off x="6870642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1A9934DB-9D44-431E-8C6E-83523167679B}"/>
              </a:ext>
            </a:extLst>
          </p:cNvPr>
          <p:cNvSpPr/>
          <p:nvPr/>
        </p:nvSpPr>
        <p:spPr>
          <a:xfrm>
            <a:off x="6820431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771EF984-BC0F-4705-903B-471BB1F6D7E4}"/>
              </a:ext>
            </a:extLst>
          </p:cNvPr>
          <p:cNvSpPr/>
          <p:nvPr/>
        </p:nvSpPr>
        <p:spPr>
          <a:xfrm>
            <a:off x="6775800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C2615B95-3A93-4D48-A8EF-C6AE4AE9819A}"/>
              </a:ext>
            </a:extLst>
          </p:cNvPr>
          <p:cNvSpPr/>
          <p:nvPr/>
        </p:nvSpPr>
        <p:spPr>
          <a:xfrm>
            <a:off x="6865063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74A1A33-076F-49F4-93FD-A30E168186B9}"/>
              </a:ext>
            </a:extLst>
          </p:cNvPr>
          <p:cNvSpPr/>
          <p:nvPr/>
        </p:nvSpPr>
        <p:spPr>
          <a:xfrm>
            <a:off x="6071258" y="2131321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52E6B4E-5DC8-4DF8-8A95-F5BD0DCD41FA}"/>
              </a:ext>
            </a:extLst>
          </p:cNvPr>
          <p:cNvCxnSpPr>
            <a:cxnSpLocks/>
            <a:stCxn id="6" idx="3"/>
            <a:endCxn id="88" idx="2"/>
          </p:cNvCxnSpPr>
          <p:nvPr/>
        </p:nvCxnSpPr>
        <p:spPr>
          <a:xfrm flipV="1">
            <a:off x="5654612" y="2336677"/>
            <a:ext cx="508457" cy="59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E724303C-072B-40E4-A209-EAC3483B6777}"/>
              </a:ext>
            </a:extLst>
          </p:cNvPr>
          <p:cNvCxnSpPr>
            <a:cxnSpLocks/>
            <a:stCxn id="6" idx="3"/>
            <a:endCxn id="106" idx="2"/>
          </p:cNvCxnSpPr>
          <p:nvPr/>
        </p:nvCxnSpPr>
        <p:spPr>
          <a:xfrm>
            <a:off x="5654612" y="2395872"/>
            <a:ext cx="508457" cy="300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A1B6316-05D7-4EC9-A692-EF53A02798BE}"/>
              </a:ext>
            </a:extLst>
          </p:cNvPr>
          <p:cNvCxnSpPr>
            <a:cxnSpLocks/>
            <a:stCxn id="6" idx="3"/>
            <a:endCxn id="112" idx="2"/>
          </p:cNvCxnSpPr>
          <p:nvPr/>
        </p:nvCxnSpPr>
        <p:spPr>
          <a:xfrm>
            <a:off x="5654610" y="2395871"/>
            <a:ext cx="504909" cy="826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9EFDA91-20BE-4139-B600-D5B01C1A019A}"/>
              </a:ext>
            </a:extLst>
          </p:cNvPr>
          <p:cNvCxnSpPr>
            <a:cxnSpLocks/>
            <a:stCxn id="88" idx="2"/>
            <a:endCxn id="57" idx="3"/>
          </p:cNvCxnSpPr>
          <p:nvPr/>
        </p:nvCxnSpPr>
        <p:spPr>
          <a:xfrm flipH="1">
            <a:off x="5654612" y="2336675"/>
            <a:ext cx="508457" cy="6260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A322EFE-7BD9-4C92-A1B2-00CB9643C7B4}"/>
              </a:ext>
            </a:extLst>
          </p:cNvPr>
          <p:cNvCxnSpPr>
            <a:cxnSpLocks/>
            <a:stCxn id="106" idx="2"/>
            <a:endCxn id="57" idx="3"/>
          </p:cNvCxnSpPr>
          <p:nvPr/>
        </p:nvCxnSpPr>
        <p:spPr>
          <a:xfrm flipH="1">
            <a:off x="5654612" y="2696541"/>
            <a:ext cx="508457" cy="266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7DBA6E4A-7E67-490A-8144-15A1193BA8C7}"/>
              </a:ext>
            </a:extLst>
          </p:cNvPr>
          <p:cNvCxnSpPr>
            <a:cxnSpLocks/>
            <a:stCxn id="112" idx="2"/>
            <a:endCxn id="57" idx="3"/>
          </p:cNvCxnSpPr>
          <p:nvPr/>
        </p:nvCxnSpPr>
        <p:spPr>
          <a:xfrm flipH="1" flipV="1">
            <a:off x="5654610" y="2962697"/>
            <a:ext cx="504909" cy="2594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B507CD75-8F95-4441-A2F2-9D519583A1E0}"/>
              </a:ext>
            </a:extLst>
          </p:cNvPr>
          <p:cNvSpPr/>
          <p:nvPr/>
        </p:nvSpPr>
        <p:spPr>
          <a:xfrm>
            <a:off x="7179045" y="2584086"/>
            <a:ext cx="677036" cy="272675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AF249EA-F624-457A-902D-4F187DA429E0}"/>
              </a:ext>
            </a:extLst>
          </p:cNvPr>
          <p:cNvSpPr txBox="1"/>
          <p:nvPr/>
        </p:nvSpPr>
        <p:spPr>
          <a:xfrm>
            <a:off x="7159504" y="2637909"/>
            <a:ext cx="852059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Classification loss</a:t>
            </a:r>
            <a:endParaRPr lang="zh-CN" altLang="en-US" sz="620" dirty="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0198133-DAD8-4506-8337-673C39ECA311}"/>
              </a:ext>
            </a:extLst>
          </p:cNvPr>
          <p:cNvSpPr txBox="1"/>
          <p:nvPr/>
        </p:nvSpPr>
        <p:spPr>
          <a:xfrm>
            <a:off x="6253766" y="1932536"/>
            <a:ext cx="566663" cy="19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Post-spike</a:t>
            </a:r>
            <a:endParaRPr lang="zh-CN" altLang="en-US" sz="683" dirty="0"/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9F1CD3C-99EC-4029-B247-4E8F36E74F38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6948816" y="2626636"/>
            <a:ext cx="210688" cy="105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D688225-4B9C-461E-8F21-492275A8D3E4}"/>
              </a:ext>
            </a:extLst>
          </p:cNvPr>
          <p:cNvCxnSpPr>
            <a:cxnSpLocks/>
            <a:stCxn id="151" idx="1"/>
          </p:cNvCxnSpPr>
          <p:nvPr/>
        </p:nvCxnSpPr>
        <p:spPr>
          <a:xfrm flipH="1">
            <a:off x="6955502" y="2731781"/>
            <a:ext cx="204002" cy="1419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9E2A358-1BBD-4C2F-9B79-BA0357008FFB}"/>
              </a:ext>
            </a:extLst>
          </p:cNvPr>
          <p:cNvSpPr/>
          <p:nvPr/>
        </p:nvSpPr>
        <p:spPr>
          <a:xfrm>
            <a:off x="1701377" y="1868392"/>
            <a:ext cx="6198460" cy="1663893"/>
          </a:xfrm>
          <a:prstGeom prst="roundRect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</p:spTree>
    <p:extLst>
      <p:ext uri="{BB962C8B-B14F-4D97-AF65-F5344CB8AC3E}">
        <p14:creationId xmlns:p14="http://schemas.microsoft.com/office/powerpoint/2010/main" val="3355487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2363273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2306592" y="2149595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2525147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2057188" y="2325441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2106235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2193148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2363273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2306592" y="2509460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2525147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2057188" y="2685305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210623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223471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2359724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2303043" y="3035069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2521597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2053639" y="3210916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2159369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2234868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928463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883832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973095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926127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881495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970758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931706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887075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976338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926127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881495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970758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811566" y="2131323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2002990" y="1954128"/>
            <a:ext cx="485365" cy="3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Pre-spike</a:t>
            </a:r>
            <a:endParaRPr lang="zh-CN" altLang="en-US" sz="683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3092582" y="2266769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3186820" y="2558260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598021" y="232544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598021" y="2688593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594473" y="322176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722257" y="2201370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722257" y="255172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722257" y="3070391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3FDF2-2EE0-4BE5-A7ED-3FDEC94380F0}"/>
              </a:ext>
            </a:extLst>
          </p:cNvPr>
          <p:cNvSpPr/>
          <p:nvPr/>
        </p:nvSpPr>
        <p:spPr>
          <a:xfrm>
            <a:off x="4141236" y="2277486"/>
            <a:ext cx="1513373" cy="236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EAE4A5E-9285-4159-9B50-58BE1288AEC1}"/>
              </a:ext>
            </a:extLst>
          </p:cNvPr>
          <p:cNvSpPr/>
          <p:nvPr/>
        </p:nvSpPr>
        <p:spPr>
          <a:xfrm>
            <a:off x="4139308" y="2750048"/>
            <a:ext cx="1515301" cy="42529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BDBA3C6-BD50-4A05-909D-DA3E6D0D84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56529" y="2324634"/>
            <a:ext cx="222872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08F5679-199C-4794-95F3-6F41E44248D3}"/>
              </a:ext>
            </a:extLst>
          </p:cNvPr>
          <p:cNvCxnSpPr/>
          <p:nvPr/>
        </p:nvCxnSpPr>
        <p:spPr>
          <a:xfrm>
            <a:off x="4199773" y="3090180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3A4ED3E-85AD-4AE1-9C14-F21A4568013B}"/>
              </a:ext>
            </a:extLst>
          </p:cNvPr>
          <p:cNvCxnSpPr/>
          <p:nvPr/>
        </p:nvCxnSpPr>
        <p:spPr>
          <a:xfrm flipV="1">
            <a:off x="4360408" y="280931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95722D4-4CF9-4828-BF2D-D2F800A25CBB}"/>
              </a:ext>
            </a:extLst>
          </p:cNvPr>
          <p:cNvCxnSpPr>
            <a:cxnSpLocks/>
          </p:cNvCxnSpPr>
          <p:nvPr/>
        </p:nvCxnSpPr>
        <p:spPr>
          <a:xfrm>
            <a:off x="4230077" y="3064056"/>
            <a:ext cx="275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4058333-C68A-4421-900C-72E083CBD285}"/>
              </a:ext>
            </a:extLst>
          </p:cNvPr>
          <p:cNvCxnSpPr/>
          <p:nvPr/>
        </p:nvCxnSpPr>
        <p:spPr>
          <a:xfrm>
            <a:off x="4649452" y="3084601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BAC5B3-AA54-4C7E-ACFD-544F32A67594}"/>
              </a:ext>
            </a:extLst>
          </p:cNvPr>
          <p:cNvCxnSpPr/>
          <p:nvPr/>
        </p:nvCxnSpPr>
        <p:spPr>
          <a:xfrm flipV="1">
            <a:off x="4810085" y="2803736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ACFE79B-B95D-492B-AF2E-D0CC25EB90AF}"/>
              </a:ext>
            </a:extLst>
          </p:cNvPr>
          <p:cNvCxnSpPr>
            <a:cxnSpLocks/>
          </p:cNvCxnSpPr>
          <p:nvPr/>
        </p:nvCxnSpPr>
        <p:spPr>
          <a:xfrm>
            <a:off x="4709908" y="2966490"/>
            <a:ext cx="222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DD47DDA-CC12-4E8F-A065-BF47A06C3A2C}"/>
              </a:ext>
            </a:extLst>
          </p:cNvPr>
          <p:cNvCxnSpPr/>
          <p:nvPr/>
        </p:nvCxnSpPr>
        <p:spPr>
          <a:xfrm>
            <a:off x="5250281" y="308093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1065FC6-FB8E-4349-8BE5-A5B35200405E}"/>
              </a:ext>
            </a:extLst>
          </p:cNvPr>
          <p:cNvCxnSpPr/>
          <p:nvPr/>
        </p:nvCxnSpPr>
        <p:spPr>
          <a:xfrm flipV="1">
            <a:off x="5410916" y="280007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954CBE7-9266-4A65-BA5F-887E42272EA4}"/>
              </a:ext>
            </a:extLst>
          </p:cNvPr>
          <p:cNvCxnSpPr>
            <a:cxnSpLocks/>
          </p:cNvCxnSpPr>
          <p:nvPr/>
        </p:nvCxnSpPr>
        <p:spPr>
          <a:xfrm>
            <a:off x="5349531" y="2862518"/>
            <a:ext cx="1227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1C8288F-990B-46CB-AE41-BDF884740F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9990" y="2329173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B4FDBEE-69C4-4E18-9F29-B894432DD5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05332" y="2329174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CE674B6B-61A2-487A-A04B-C5BDA9C813D8}"/>
              </a:ext>
            </a:extLst>
          </p:cNvPr>
          <p:cNvSpPr/>
          <p:nvPr/>
        </p:nvSpPr>
        <p:spPr>
          <a:xfrm>
            <a:off x="5131933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2795B14-2436-43B5-BFE0-9DC5325EDEC0}"/>
              </a:ext>
            </a:extLst>
          </p:cNvPr>
          <p:cNvSpPr/>
          <p:nvPr/>
        </p:nvSpPr>
        <p:spPr>
          <a:xfrm>
            <a:off x="5087301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F471B2-83E9-47FD-8C16-CCAE8C644D94}"/>
              </a:ext>
            </a:extLst>
          </p:cNvPr>
          <p:cNvSpPr/>
          <p:nvPr/>
        </p:nvSpPr>
        <p:spPr>
          <a:xfrm>
            <a:off x="5176565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E8FDA4A-B04F-49FC-B1A3-A146B5A823E0}"/>
              </a:ext>
            </a:extLst>
          </p:cNvPr>
          <p:cNvSpPr/>
          <p:nvPr/>
        </p:nvSpPr>
        <p:spPr>
          <a:xfrm>
            <a:off x="513528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CEE3B5-6733-4100-ADF7-570F2B6A4AA3}"/>
              </a:ext>
            </a:extLst>
          </p:cNvPr>
          <p:cNvSpPr/>
          <p:nvPr/>
        </p:nvSpPr>
        <p:spPr>
          <a:xfrm>
            <a:off x="5090649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7433BD8-F54E-40BE-A229-5512CE3F9D1C}"/>
              </a:ext>
            </a:extLst>
          </p:cNvPr>
          <p:cNvSpPr/>
          <p:nvPr/>
        </p:nvSpPr>
        <p:spPr>
          <a:xfrm>
            <a:off x="517991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4901F63-A478-4ECF-8B4E-F7020F1C0DDC}"/>
              </a:ext>
            </a:extLst>
          </p:cNvPr>
          <p:cNvSpPr txBox="1"/>
          <p:nvPr/>
        </p:nvSpPr>
        <p:spPr>
          <a:xfrm>
            <a:off x="4438055" y="2120948"/>
            <a:ext cx="1088296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Spike Activation Function</a:t>
            </a:r>
            <a:endParaRPr lang="zh-CN" altLang="en-US" sz="62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E8ABC0-3E23-4EBE-860F-7DF49F53F38C}"/>
              </a:ext>
            </a:extLst>
          </p:cNvPr>
          <p:cNvSpPr txBox="1"/>
          <p:nvPr/>
        </p:nvSpPr>
        <p:spPr>
          <a:xfrm>
            <a:off x="4107568" y="2597424"/>
            <a:ext cx="1700123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Adaptive and Lightweight Surrogate Gradients</a:t>
            </a:r>
            <a:endParaRPr lang="zh-CN" altLang="en-US" sz="62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DF5321-864A-41A2-BF5D-9CEC969393E3}"/>
              </a:ext>
            </a:extLst>
          </p:cNvPr>
          <p:cNvSpPr txBox="1"/>
          <p:nvPr/>
        </p:nvSpPr>
        <p:spPr>
          <a:xfrm>
            <a:off x="4158171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1</a:t>
            </a:r>
            <a:endParaRPr lang="zh-CN" altLang="en-US" sz="62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1958A97-800E-4BE5-914E-A790DE6AD68C}"/>
              </a:ext>
            </a:extLst>
          </p:cNvPr>
          <p:cNvSpPr txBox="1"/>
          <p:nvPr/>
        </p:nvSpPr>
        <p:spPr>
          <a:xfrm>
            <a:off x="4649450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2</a:t>
            </a:r>
            <a:endParaRPr lang="zh-CN" altLang="en-US" sz="62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EEEB47-2BB9-4781-AED4-EEEEBF581660}"/>
              </a:ext>
            </a:extLst>
          </p:cNvPr>
          <p:cNvSpPr txBox="1"/>
          <p:nvPr/>
        </p:nvSpPr>
        <p:spPr>
          <a:xfrm>
            <a:off x="5223543" y="3197708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k</a:t>
            </a:r>
            <a:endParaRPr lang="zh-CN" altLang="en-US" sz="620" dirty="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0E07D5D-AE0E-4D17-9D79-F75BC3CB9C49}"/>
              </a:ext>
            </a:extLst>
          </p:cNvPr>
          <p:cNvSpPr/>
          <p:nvPr/>
        </p:nvSpPr>
        <p:spPr>
          <a:xfrm>
            <a:off x="4082800" y="2602177"/>
            <a:ext cx="1700123" cy="75598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975599-F945-4F87-A3BD-AF8DD2303B53}"/>
              </a:ext>
            </a:extLst>
          </p:cNvPr>
          <p:cNvSpPr/>
          <p:nvPr/>
        </p:nvSpPr>
        <p:spPr>
          <a:xfrm>
            <a:off x="4075072" y="2135190"/>
            <a:ext cx="1707849" cy="41854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C4AEB9E-DBC1-4B15-B05E-E6609DBA9A7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727426" y="2344457"/>
            <a:ext cx="413817" cy="514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759FE5B-C84E-4C1D-BF07-80277380D356}"/>
              </a:ext>
            </a:extLst>
          </p:cNvPr>
          <p:cNvCxnSpPr>
            <a:cxnSpLocks/>
            <a:stCxn id="39" idx="3"/>
            <a:endCxn id="6" idx="1"/>
          </p:cNvCxnSpPr>
          <p:nvPr/>
        </p:nvCxnSpPr>
        <p:spPr>
          <a:xfrm flipV="1">
            <a:off x="3727426" y="2395878"/>
            <a:ext cx="413817" cy="3879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F930C2A-EA27-4C45-908D-EA1677457EA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27426" y="2395876"/>
            <a:ext cx="413817" cy="779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3601AA-3053-4A3E-A8C0-1C2442B132B7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3727421" y="2344458"/>
            <a:ext cx="411891" cy="6182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6248EC1-AEFB-499E-BBC1-586829BCD2C8}"/>
              </a:ext>
            </a:extLst>
          </p:cNvPr>
          <p:cNvCxnSpPr>
            <a:cxnSpLocks/>
            <a:stCxn id="57" idx="1"/>
            <a:endCxn id="39" idx="3"/>
          </p:cNvCxnSpPr>
          <p:nvPr/>
        </p:nvCxnSpPr>
        <p:spPr>
          <a:xfrm flipH="1" flipV="1">
            <a:off x="3727421" y="2783814"/>
            <a:ext cx="411891" cy="178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08ABABD-ADB7-4E66-A17A-E735E893052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3727421" y="2962701"/>
            <a:ext cx="411891" cy="2126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29187CA6-F9C9-4644-8A9D-29947835D324}"/>
              </a:ext>
            </a:extLst>
          </p:cNvPr>
          <p:cNvSpPr/>
          <p:nvPr/>
        </p:nvSpPr>
        <p:spPr>
          <a:xfrm>
            <a:off x="6163071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89" name="弧形 88">
            <a:extLst>
              <a:ext uri="{FF2B5EF4-FFF2-40B4-BE49-F238E27FC236}">
                <a16:creationId xmlns:a16="http://schemas.microsoft.com/office/drawing/2014/main" id="{3015042E-41E8-4F12-91E5-C0F52B00FA51}"/>
              </a:ext>
            </a:extLst>
          </p:cNvPr>
          <p:cNvSpPr/>
          <p:nvPr/>
        </p:nvSpPr>
        <p:spPr>
          <a:xfrm rot="5770042">
            <a:off x="6102840" y="214846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AE60560-4D85-4DD0-9F89-241BEEA1A4AC}"/>
              </a:ext>
            </a:extLst>
          </p:cNvPr>
          <p:cNvCxnSpPr>
            <a:cxnSpLocks/>
          </p:cNvCxnSpPr>
          <p:nvPr/>
        </p:nvCxnSpPr>
        <p:spPr>
          <a:xfrm>
            <a:off x="6324944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4B2AA7E-674C-4398-9595-51A2F3416301}"/>
              </a:ext>
            </a:extLst>
          </p:cNvPr>
          <p:cNvCxnSpPr>
            <a:cxnSpLocks/>
          </p:cNvCxnSpPr>
          <p:nvPr/>
        </p:nvCxnSpPr>
        <p:spPr>
          <a:xfrm>
            <a:off x="6394265" y="2336673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E6EFDDD-76CD-4263-BF62-18B6694EC17F}"/>
              </a:ext>
            </a:extLst>
          </p:cNvPr>
          <p:cNvCxnSpPr/>
          <p:nvPr/>
        </p:nvCxnSpPr>
        <p:spPr>
          <a:xfrm>
            <a:off x="6443313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68C6FF6-EB69-4A21-8A09-5D5775BBA2AE}"/>
              </a:ext>
            </a:extLst>
          </p:cNvPr>
          <p:cNvCxnSpPr/>
          <p:nvPr/>
        </p:nvCxnSpPr>
        <p:spPr>
          <a:xfrm>
            <a:off x="6530225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09E0DC23-64A9-42C0-93FA-174CA50AA99C}"/>
              </a:ext>
            </a:extLst>
          </p:cNvPr>
          <p:cNvSpPr/>
          <p:nvPr/>
        </p:nvSpPr>
        <p:spPr>
          <a:xfrm>
            <a:off x="6163071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7" name="弧形 106">
            <a:extLst>
              <a:ext uri="{FF2B5EF4-FFF2-40B4-BE49-F238E27FC236}">
                <a16:creationId xmlns:a16="http://schemas.microsoft.com/office/drawing/2014/main" id="{3A83B3AD-4454-4059-955F-8EE55C500DCE}"/>
              </a:ext>
            </a:extLst>
          </p:cNvPr>
          <p:cNvSpPr/>
          <p:nvPr/>
        </p:nvSpPr>
        <p:spPr>
          <a:xfrm rot="5770042">
            <a:off x="6102840" y="250833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96B2F5D-22A7-40DF-96E1-CDED02260667}"/>
              </a:ext>
            </a:extLst>
          </p:cNvPr>
          <p:cNvCxnSpPr>
            <a:cxnSpLocks/>
          </p:cNvCxnSpPr>
          <p:nvPr/>
        </p:nvCxnSpPr>
        <p:spPr>
          <a:xfrm>
            <a:off x="6324944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6182473-ACC5-42C6-9BF4-B47F4AE8402D}"/>
              </a:ext>
            </a:extLst>
          </p:cNvPr>
          <p:cNvCxnSpPr>
            <a:cxnSpLocks/>
          </p:cNvCxnSpPr>
          <p:nvPr/>
        </p:nvCxnSpPr>
        <p:spPr>
          <a:xfrm>
            <a:off x="6394265" y="269653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F91B582-592E-4909-8A24-0B3871E87253}"/>
              </a:ext>
            </a:extLst>
          </p:cNvPr>
          <p:cNvCxnSpPr/>
          <p:nvPr/>
        </p:nvCxnSpPr>
        <p:spPr>
          <a:xfrm>
            <a:off x="6443313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49612374-3682-4548-845E-2F8684F3C510}"/>
              </a:ext>
            </a:extLst>
          </p:cNvPr>
          <p:cNvCxnSpPr/>
          <p:nvPr/>
        </p:nvCxnSpPr>
        <p:spPr>
          <a:xfrm>
            <a:off x="6571792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9B340106-7E7C-474D-B9C0-55428D899889}"/>
              </a:ext>
            </a:extLst>
          </p:cNvPr>
          <p:cNvSpPr/>
          <p:nvPr/>
        </p:nvSpPr>
        <p:spPr>
          <a:xfrm>
            <a:off x="6159523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3" name="弧形 112">
            <a:extLst>
              <a:ext uri="{FF2B5EF4-FFF2-40B4-BE49-F238E27FC236}">
                <a16:creationId xmlns:a16="http://schemas.microsoft.com/office/drawing/2014/main" id="{5E1411B4-203C-489F-A261-5F5AE9DB509B}"/>
              </a:ext>
            </a:extLst>
          </p:cNvPr>
          <p:cNvSpPr/>
          <p:nvPr/>
        </p:nvSpPr>
        <p:spPr>
          <a:xfrm rot="5770042">
            <a:off x="6099292" y="303394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74C5CDB-7AF0-4D49-9EF6-EC9C83230312}"/>
              </a:ext>
            </a:extLst>
          </p:cNvPr>
          <p:cNvCxnSpPr>
            <a:cxnSpLocks/>
          </p:cNvCxnSpPr>
          <p:nvPr/>
        </p:nvCxnSpPr>
        <p:spPr>
          <a:xfrm>
            <a:off x="6321396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A06444F-2C3F-4157-8221-ABB3118A764C}"/>
              </a:ext>
            </a:extLst>
          </p:cNvPr>
          <p:cNvCxnSpPr>
            <a:cxnSpLocks/>
          </p:cNvCxnSpPr>
          <p:nvPr/>
        </p:nvCxnSpPr>
        <p:spPr>
          <a:xfrm>
            <a:off x="6390716" y="322214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0CF3BDB-E830-4D2B-9ED2-E4C659B595BC}"/>
              </a:ext>
            </a:extLst>
          </p:cNvPr>
          <p:cNvCxnSpPr/>
          <p:nvPr/>
        </p:nvCxnSpPr>
        <p:spPr>
          <a:xfrm>
            <a:off x="6496447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14DE8CFA-DB78-4D04-9B86-C68C02EA216F}"/>
              </a:ext>
            </a:extLst>
          </p:cNvPr>
          <p:cNvCxnSpPr/>
          <p:nvPr/>
        </p:nvCxnSpPr>
        <p:spPr>
          <a:xfrm>
            <a:off x="6571945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2D0328E5-EFE7-4DC3-8CF3-D39A43234FD8}"/>
              </a:ext>
            </a:extLst>
          </p:cNvPr>
          <p:cNvSpPr/>
          <p:nvPr/>
        </p:nvSpPr>
        <p:spPr>
          <a:xfrm>
            <a:off x="6822768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9CC694DB-3D9C-40CF-B0E0-BA90D066208A}"/>
              </a:ext>
            </a:extLst>
          </p:cNvPr>
          <p:cNvSpPr/>
          <p:nvPr/>
        </p:nvSpPr>
        <p:spPr>
          <a:xfrm>
            <a:off x="6778136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D5F382E-5BC2-46FA-BF73-B870186E4AE3}"/>
              </a:ext>
            </a:extLst>
          </p:cNvPr>
          <p:cNvSpPr/>
          <p:nvPr/>
        </p:nvSpPr>
        <p:spPr>
          <a:xfrm>
            <a:off x="6867400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F6D494A-7708-42B5-902B-01AA764A4444}"/>
              </a:ext>
            </a:extLst>
          </p:cNvPr>
          <p:cNvSpPr/>
          <p:nvPr/>
        </p:nvSpPr>
        <p:spPr>
          <a:xfrm>
            <a:off x="6820431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CD15518-38C9-410B-AF9A-571BEDE05462}"/>
              </a:ext>
            </a:extLst>
          </p:cNvPr>
          <p:cNvSpPr/>
          <p:nvPr/>
        </p:nvSpPr>
        <p:spPr>
          <a:xfrm>
            <a:off x="6775800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FF893AF-15BA-4319-87C0-0BB89D3877AC}"/>
              </a:ext>
            </a:extLst>
          </p:cNvPr>
          <p:cNvSpPr/>
          <p:nvPr/>
        </p:nvSpPr>
        <p:spPr>
          <a:xfrm>
            <a:off x="6865063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3368A12-EC2A-47CB-9DFC-1DAE751E21F3}"/>
              </a:ext>
            </a:extLst>
          </p:cNvPr>
          <p:cNvSpPr/>
          <p:nvPr/>
        </p:nvSpPr>
        <p:spPr>
          <a:xfrm>
            <a:off x="6826011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814514B-2E88-4F29-A51F-CA0CECBAD72E}"/>
              </a:ext>
            </a:extLst>
          </p:cNvPr>
          <p:cNvSpPr/>
          <p:nvPr/>
        </p:nvSpPr>
        <p:spPr>
          <a:xfrm>
            <a:off x="6781379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B7C47383-4A09-4F3C-A49E-3A07E8031665}"/>
              </a:ext>
            </a:extLst>
          </p:cNvPr>
          <p:cNvSpPr/>
          <p:nvPr/>
        </p:nvSpPr>
        <p:spPr>
          <a:xfrm>
            <a:off x="6870642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1A9934DB-9D44-431E-8C6E-83523167679B}"/>
              </a:ext>
            </a:extLst>
          </p:cNvPr>
          <p:cNvSpPr/>
          <p:nvPr/>
        </p:nvSpPr>
        <p:spPr>
          <a:xfrm>
            <a:off x="6820431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771EF984-BC0F-4705-903B-471BB1F6D7E4}"/>
              </a:ext>
            </a:extLst>
          </p:cNvPr>
          <p:cNvSpPr/>
          <p:nvPr/>
        </p:nvSpPr>
        <p:spPr>
          <a:xfrm>
            <a:off x="6775800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C2615B95-3A93-4D48-A8EF-C6AE4AE9819A}"/>
              </a:ext>
            </a:extLst>
          </p:cNvPr>
          <p:cNvSpPr/>
          <p:nvPr/>
        </p:nvSpPr>
        <p:spPr>
          <a:xfrm>
            <a:off x="6865063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74A1A33-076F-49F4-93FD-A30E168186B9}"/>
              </a:ext>
            </a:extLst>
          </p:cNvPr>
          <p:cNvSpPr/>
          <p:nvPr/>
        </p:nvSpPr>
        <p:spPr>
          <a:xfrm>
            <a:off x="6071258" y="2131321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52E6B4E-5DC8-4DF8-8A95-F5BD0DCD41FA}"/>
              </a:ext>
            </a:extLst>
          </p:cNvPr>
          <p:cNvCxnSpPr>
            <a:cxnSpLocks/>
            <a:stCxn id="6" idx="3"/>
            <a:endCxn id="88" idx="2"/>
          </p:cNvCxnSpPr>
          <p:nvPr/>
        </p:nvCxnSpPr>
        <p:spPr>
          <a:xfrm flipV="1">
            <a:off x="5654612" y="2336677"/>
            <a:ext cx="508457" cy="59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E724303C-072B-40E4-A209-EAC3483B6777}"/>
              </a:ext>
            </a:extLst>
          </p:cNvPr>
          <p:cNvCxnSpPr>
            <a:cxnSpLocks/>
            <a:stCxn id="6" idx="3"/>
            <a:endCxn id="106" idx="2"/>
          </p:cNvCxnSpPr>
          <p:nvPr/>
        </p:nvCxnSpPr>
        <p:spPr>
          <a:xfrm>
            <a:off x="5654612" y="2395872"/>
            <a:ext cx="508457" cy="300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A1B6316-05D7-4EC9-A692-EF53A02798BE}"/>
              </a:ext>
            </a:extLst>
          </p:cNvPr>
          <p:cNvCxnSpPr>
            <a:cxnSpLocks/>
            <a:stCxn id="6" idx="3"/>
            <a:endCxn id="112" idx="2"/>
          </p:cNvCxnSpPr>
          <p:nvPr/>
        </p:nvCxnSpPr>
        <p:spPr>
          <a:xfrm>
            <a:off x="5654610" y="2395871"/>
            <a:ext cx="504909" cy="826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9EFDA91-20BE-4139-B600-D5B01C1A019A}"/>
              </a:ext>
            </a:extLst>
          </p:cNvPr>
          <p:cNvCxnSpPr>
            <a:cxnSpLocks/>
            <a:stCxn id="88" idx="2"/>
            <a:endCxn id="57" idx="3"/>
          </p:cNvCxnSpPr>
          <p:nvPr/>
        </p:nvCxnSpPr>
        <p:spPr>
          <a:xfrm flipH="1">
            <a:off x="5654612" y="2336675"/>
            <a:ext cx="508457" cy="6260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A322EFE-7BD9-4C92-A1B2-00CB9643C7B4}"/>
              </a:ext>
            </a:extLst>
          </p:cNvPr>
          <p:cNvCxnSpPr>
            <a:cxnSpLocks/>
            <a:stCxn id="106" idx="2"/>
            <a:endCxn id="57" idx="3"/>
          </p:cNvCxnSpPr>
          <p:nvPr/>
        </p:nvCxnSpPr>
        <p:spPr>
          <a:xfrm flipH="1">
            <a:off x="5654612" y="2696541"/>
            <a:ext cx="508457" cy="266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7DBA6E4A-7E67-490A-8144-15A1193BA8C7}"/>
              </a:ext>
            </a:extLst>
          </p:cNvPr>
          <p:cNvCxnSpPr>
            <a:cxnSpLocks/>
            <a:stCxn id="112" idx="2"/>
            <a:endCxn id="57" idx="3"/>
          </p:cNvCxnSpPr>
          <p:nvPr/>
        </p:nvCxnSpPr>
        <p:spPr>
          <a:xfrm flipH="1" flipV="1">
            <a:off x="5654610" y="2962697"/>
            <a:ext cx="504909" cy="2594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B507CD75-8F95-4441-A2F2-9D519583A1E0}"/>
              </a:ext>
            </a:extLst>
          </p:cNvPr>
          <p:cNvSpPr/>
          <p:nvPr/>
        </p:nvSpPr>
        <p:spPr>
          <a:xfrm>
            <a:off x="7179045" y="2584086"/>
            <a:ext cx="677036" cy="272675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AF249EA-F624-457A-902D-4F187DA429E0}"/>
              </a:ext>
            </a:extLst>
          </p:cNvPr>
          <p:cNvSpPr txBox="1"/>
          <p:nvPr/>
        </p:nvSpPr>
        <p:spPr>
          <a:xfrm>
            <a:off x="7159504" y="2637909"/>
            <a:ext cx="852059" cy="18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Classification loss</a:t>
            </a:r>
            <a:endParaRPr lang="zh-CN" altLang="en-US" sz="620" dirty="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0198133-DAD8-4506-8337-673C39ECA311}"/>
              </a:ext>
            </a:extLst>
          </p:cNvPr>
          <p:cNvSpPr txBox="1"/>
          <p:nvPr/>
        </p:nvSpPr>
        <p:spPr>
          <a:xfrm>
            <a:off x="6270503" y="1955250"/>
            <a:ext cx="566663" cy="19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Post-spike</a:t>
            </a:r>
            <a:endParaRPr lang="zh-CN" altLang="en-US" sz="683" dirty="0"/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9F1CD3C-99EC-4029-B247-4E8F36E74F38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6948816" y="2626636"/>
            <a:ext cx="210688" cy="105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D688225-4B9C-461E-8F21-492275A8D3E4}"/>
              </a:ext>
            </a:extLst>
          </p:cNvPr>
          <p:cNvCxnSpPr>
            <a:cxnSpLocks/>
            <a:stCxn id="151" idx="1"/>
          </p:cNvCxnSpPr>
          <p:nvPr/>
        </p:nvCxnSpPr>
        <p:spPr>
          <a:xfrm flipH="1">
            <a:off x="6955502" y="2731781"/>
            <a:ext cx="204002" cy="1419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9E2A358-1BBD-4C2F-9B79-BA0357008FFB}"/>
              </a:ext>
            </a:extLst>
          </p:cNvPr>
          <p:cNvSpPr/>
          <p:nvPr/>
        </p:nvSpPr>
        <p:spPr>
          <a:xfrm>
            <a:off x="1701377" y="1868393"/>
            <a:ext cx="6198460" cy="1890013"/>
          </a:xfrm>
          <a:prstGeom prst="round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AAC58F32-7A32-42E1-8B89-35FB9A154A4F}"/>
              </a:ext>
            </a:extLst>
          </p:cNvPr>
          <p:cNvCxnSpPr>
            <a:cxnSpLocks/>
          </p:cNvCxnSpPr>
          <p:nvPr/>
        </p:nvCxnSpPr>
        <p:spPr>
          <a:xfrm>
            <a:off x="1929038" y="3593430"/>
            <a:ext cx="2231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E9C4678-AF1E-46BC-9567-8EEFFDE0471D}"/>
              </a:ext>
            </a:extLst>
          </p:cNvPr>
          <p:cNvSpPr txBox="1"/>
          <p:nvPr/>
        </p:nvSpPr>
        <p:spPr>
          <a:xfrm>
            <a:off x="2152195" y="3507967"/>
            <a:ext cx="489125" cy="19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Forward</a:t>
            </a:r>
            <a:endParaRPr lang="zh-CN" altLang="en-US" sz="683" dirty="0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76703E6-9160-4435-A7EE-24AD624FCB10}"/>
              </a:ext>
            </a:extLst>
          </p:cNvPr>
          <p:cNvCxnSpPr>
            <a:cxnSpLocks/>
          </p:cNvCxnSpPr>
          <p:nvPr/>
        </p:nvCxnSpPr>
        <p:spPr>
          <a:xfrm>
            <a:off x="2641320" y="3593430"/>
            <a:ext cx="22315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F4694969-6B5E-4398-A3BA-FD30376D447A}"/>
              </a:ext>
            </a:extLst>
          </p:cNvPr>
          <p:cNvSpPr txBox="1"/>
          <p:nvPr/>
        </p:nvSpPr>
        <p:spPr>
          <a:xfrm>
            <a:off x="2864479" y="3507967"/>
            <a:ext cx="489125" cy="3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83" dirty="0"/>
              <a:t>Backward</a:t>
            </a:r>
            <a:endParaRPr lang="zh-CN" altLang="en-US" sz="683" dirty="0"/>
          </a:p>
        </p:txBody>
      </p:sp>
    </p:spTree>
    <p:extLst>
      <p:ext uri="{BB962C8B-B14F-4D97-AF65-F5344CB8AC3E}">
        <p14:creationId xmlns:p14="http://schemas.microsoft.com/office/powerpoint/2010/main" val="157148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2363273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2306592" y="2149595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2525147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2057188" y="2325441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2106235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2193148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2363273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2306592" y="2509460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2525147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2057188" y="2685305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210623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223471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2359724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2303043" y="3035069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2521597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2053639" y="3210916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2159369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2234868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928463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883832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973095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926127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881495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970758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931706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887075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976338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926127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881495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970758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811566" y="2131323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2002992" y="1954133"/>
            <a:ext cx="595027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Pre-spike</a:t>
            </a:r>
            <a:endParaRPr lang="zh-CN" altLang="en-US" sz="744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3092582" y="2266769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3186820" y="2558260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598021" y="232544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598021" y="2688593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594473" y="322176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722257" y="2201370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722257" y="255172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722257" y="3070391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3FDF2-2EE0-4BE5-A7ED-3FDEC94380F0}"/>
              </a:ext>
            </a:extLst>
          </p:cNvPr>
          <p:cNvSpPr/>
          <p:nvPr/>
        </p:nvSpPr>
        <p:spPr>
          <a:xfrm>
            <a:off x="4141236" y="2277486"/>
            <a:ext cx="1513373" cy="236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EAE4A5E-9285-4159-9B50-58BE1288AEC1}"/>
              </a:ext>
            </a:extLst>
          </p:cNvPr>
          <p:cNvSpPr/>
          <p:nvPr/>
        </p:nvSpPr>
        <p:spPr>
          <a:xfrm>
            <a:off x="4139308" y="2750048"/>
            <a:ext cx="1515301" cy="42529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BDBA3C6-BD50-4A05-909D-DA3E6D0D84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56529" y="2324634"/>
            <a:ext cx="222872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08F5679-199C-4794-95F3-6F41E44248D3}"/>
              </a:ext>
            </a:extLst>
          </p:cNvPr>
          <p:cNvCxnSpPr/>
          <p:nvPr/>
        </p:nvCxnSpPr>
        <p:spPr>
          <a:xfrm>
            <a:off x="4199773" y="3090180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3A4ED3E-85AD-4AE1-9C14-F21A4568013B}"/>
              </a:ext>
            </a:extLst>
          </p:cNvPr>
          <p:cNvCxnSpPr/>
          <p:nvPr/>
        </p:nvCxnSpPr>
        <p:spPr>
          <a:xfrm flipV="1">
            <a:off x="4360408" y="280931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95722D4-4CF9-4828-BF2D-D2F800A25CBB}"/>
              </a:ext>
            </a:extLst>
          </p:cNvPr>
          <p:cNvCxnSpPr>
            <a:cxnSpLocks/>
          </p:cNvCxnSpPr>
          <p:nvPr/>
        </p:nvCxnSpPr>
        <p:spPr>
          <a:xfrm>
            <a:off x="4230077" y="3064056"/>
            <a:ext cx="275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4058333-C68A-4421-900C-72E083CBD285}"/>
              </a:ext>
            </a:extLst>
          </p:cNvPr>
          <p:cNvCxnSpPr/>
          <p:nvPr/>
        </p:nvCxnSpPr>
        <p:spPr>
          <a:xfrm>
            <a:off x="4649452" y="3084601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BAC5B3-AA54-4C7E-ACFD-544F32A67594}"/>
              </a:ext>
            </a:extLst>
          </p:cNvPr>
          <p:cNvCxnSpPr/>
          <p:nvPr/>
        </p:nvCxnSpPr>
        <p:spPr>
          <a:xfrm flipV="1">
            <a:off x="4810085" y="2803736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ACFE79B-B95D-492B-AF2E-D0CC25EB90AF}"/>
              </a:ext>
            </a:extLst>
          </p:cNvPr>
          <p:cNvCxnSpPr>
            <a:cxnSpLocks/>
          </p:cNvCxnSpPr>
          <p:nvPr/>
        </p:nvCxnSpPr>
        <p:spPr>
          <a:xfrm>
            <a:off x="4709908" y="2966490"/>
            <a:ext cx="222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DD47DDA-CC12-4E8F-A065-BF47A06C3A2C}"/>
              </a:ext>
            </a:extLst>
          </p:cNvPr>
          <p:cNvCxnSpPr/>
          <p:nvPr/>
        </p:nvCxnSpPr>
        <p:spPr>
          <a:xfrm>
            <a:off x="5250281" y="308093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1065FC6-FB8E-4349-8BE5-A5B35200405E}"/>
              </a:ext>
            </a:extLst>
          </p:cNvPr>
          <p:cNvCxnSpPr/>
          <p:nvPr/>
        </p:nvCxnSpPr>
        <p:spPr>
          <a:xfrm flipV="1">
            <a:off x="5410916" y="280007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954CBE7-9266-4A65-BA5F-887E42272EA4}"/>
              </a:ext>
            </a:extLst>
          </p:cNvPr>
          <p:cNvCxnSpPr>
            <a:cxnSpLocks/>
          </p:cNvCxnSpPr>
          <p:nvPr/>
        </p:nvCxnSpPr>
        <p:spPr>
          <a:xfrm>
            <a:off x="5349531" y="2862518"/>
            <a:ext cx="1227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1C8288F-990B-46CB-AE41-BDF884740F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9990" y="2329173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B4FDBEE-69C4-4E18-9F29-B894432DD5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05332" y="2329174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CE674B6B-61A2-487A-A04B-C5BDA9C813D8}"/>
              </a:ext>
            </a:extLst>
          </p:cNvPr>
          <p:cNvSpPr/>
          <p:nvPr/>
        </p:nvSpPr>
        <p:spPr>
          <a:xfrm>
            <a:off x="5131933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2795B14-2436-43B5-BFE0-9DC5325EDEC0}"/>
              </a:ext>
            </a:extLst>
          </p:cNvPr>
          <p:cNvSpPr/>
          <p:nvPr/>
        </p:nvSpPr>
        <p:spPr>
          <a:xfrm>
            <a:off x="5087301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F471B2-83E9-47FD-8C16-CCAE8C644D94}"/>
              </a:ext>
            </a:extLst>
          </p:cNvPr>
          <p:cNvSpPr/>
          <p:nvPr/>
        </p:nvSpPr>
        <p:spPr>
          <a:xfrm>
            <a:off x="5176565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E8FDA4A-B04F-49FC-B1A3-A146B5A823E0}"/>
              </a:ext>
            </a:extLst>
          </p:cNvPr>
          <p:cNvSpPr/>
          <p:nvPr/>
        </p:nvSpPr>
        <p:spPr>
          <a:xfrm>
            <a:off x="513528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CEE3B5-6733-4100-ADF7-570F2B6A4AA3}"/>
              </a:ext>
            </a:extLst>
          </p:cNvPr>
          <p:cNvSpPr/>
          <p:nvPr/>
        </p:nvSpPr>
        <p:spPr>
          <a:xfrm>
            <a:off x="5090649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7433BD8-F54E-40BE-A229-5512CE3F9D1C}"/>
              </a:ext>
            </a:extLst>
          </p:cNvPr>
          <p:cNvSpPr/>
          <p:nvPr/>
        </p:nvSpPr>
        <p:spPr>
          <a:xfrm>
            <a:off x="517991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4901F63-A478-4ECF-8B4E-F7020F1C0DDC}"/>
              </a:ext>
            </a:extLst>
          </p:cNvPr>
          <p:cNvSpPr txBox="1"/>
          <p:nvPr/>
        </p:nvSpPr>
        <p:spPr>
          <a:xfrm>
            <a:off x="4351274" y="2120687"/>
            <a:ext cx="1242881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Spike Activation Function</a:t>
            </a:r>
            <a:endParaRPr lang="zh-CN" altLang="en-US" sz="744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E8ABC0-3E23-4EBE-860F-7DF49F53F38C}"/>
              </a:ext>
            </a:extLst>
          </p:cNvPr>
          <p:cNvSpPr txBox="1"/>
          <p:nvPr/>
        </p:nvSpPr>
        <p:spPr>
          <a:xfrm>
            <a:off x="4312995" y="2592008"/>
            <a:ext cx="1269861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 err="1"/>
              <a:t>AdaLi</a:t>
            </a:r>
            <a:r>
              <a:rPr lang="en-US" altLang="zh-CN" sz="744" dirty="0"/>
              <a:t> Surrogate Gradients</a:t>
            </a:r>
            <a:endParaRPr lang="zh-CN" altLang="en-US" sz="744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DF5321-864A-41A2-BF5D-9CEC969393E3}"/>
              </a:ext>
            </a:extLst>
          </p:cNvPr>
          <p:cNvSpPr txBox="1"/>
          <p:nvPr/>
        </p:nvSpPr>
        <p:spPr>
          <a:xfrm>
            <a:off x="4158171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1</a:t>
            </a:r>
            <a:endParaRPr lang="zh-CN" altLang="en-US" sz="62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1958A97-800E-4BE5-914E-A790DE6AD68C}"/>
              </a:ext>
            </a:extLst>
          </p:cNvPr>
          <p:cNvSpPr txBox="1"/>
          <p:nvPr/>
        </p:nvSpPr>
        <p:spPr>
          <a:xfrm>
            <a:off x="4649450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2</a:t>
            </a:r>
            <a:endParaRPr lang="zh-CN" altLang="en-US" sz="62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EEEB47-2BB9-4781-AED4-EEEEBF581660}"/>
              </a:ext>
            </a:extLst>
          </p:cNvPr>
          <p:cNvSpPr txBox="1"/>
          <p:nvPr/>
        </p:nvSpPr>
        <p:spPr>
          <a:xfrm>
            <a:off x="5223543" y="3197708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k</a:t>
            </a:r>
            <a:endParaRPr lang="zh-CN" altLang="en-US" sz="620" dirty="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0E07D5D-AE0E-4D17-9D79-F75BC3CB9C49}"/>
              </a:ext>
            </a:extLst>
          </p:cNvPr>
          <p:cNvSpPr/>
          <p:nvPr/>
        </p:nvSpPr>
        <p:spPr>
          <a:xfrm>
            <a:off x="4082800" y="2602177"/>
            <a:ext cx="1700123" cy="75598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975599-F945-4F87-A3BD-AF8DD2303B53}"/>
              </a:ext>
            </a:extLst>
          </p:cNvPr>
          <p:cNvSpPr/>
          <p:nvPr/>
        </p:nvSpPr>
        <p:spPr>
          <a:xfrm>
            <a:off x="4075072" y="2135190"/>
            <a:ext cx="1707849" cy="41854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C4AEB9E-DBC1-4B15-B05E-E6609DBA9A7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727426" y="2344457"/>
            <a:ext cx="413817" cy="514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759FE5B-C84E-4C1D-BF07-80277380D356}"/>
              </a:ext>
            </a:extLst>
          </p:cNvPr>
          <p:cNvCxnSpPr>
            <a:cxnSpLocks/>
            <a:stCxn id="39" idx="3"/>
            <a:endCxn id="6" idx="1"/>
          </p:cNvCxnSpPr>
          <p:nvPr/>
        </p:nvCxnSpPr>
        <p:spPr>
          <a:xfrm flipV="1">
            <a:off x="3727426" y="2395878"/>
            <a:ext cx="413817" cy="3879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F930C2A-EA27-4C45-908D-EA1677457EA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27426" y="2395876"/>
            <a:ext cx="413817" cy="779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3601AA-3053-4A3E-A8C0-1C2442B132B7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3727421" y="2344458"/>
            <a:ext cx="411891" cy="6182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6248EC1-AEFB-499E-BBC1-586829BCD2C8}"/>
              </a:ext>
            </a:extLst>
          </p:cNvPr>
          <p:cNvCxnSpPr>
            <a:cxnSpLocks/>
            <a:stCxn id="57" idx="1"/>
            <a:endCxn id="39" idx="3"/>
          </p:cNvCxnSpPr>
          <p:nvPr/>
        </p:nvCxnSpPr>
        <p:spPr>
          <a:xfrm flipH="1" flipV="1">
            <a:off x="3727421" y="2783814"/>
            <a:ext cx="411891" cy="178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08ABABD-ADB7-4E66-A17A-E735E893052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3727421" y="2962701"/>
            <a:ext cx="411891" cy="2126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29187CA6-F9C9-4644-8A9D-29947835D324}"/>
              </a:ext>
            </a:extLst>
          </p:cNvPr>
          <p:cNvSpPr/>
          <p:nvPr/>
        </p:nvSpPr>
        <p:spPr>
          <a:xfrm>
            <a:off x="6163071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89" name="弧形 88">
            <a:extLst>
              <a:ext uri="{FF2B5EF4-FFF2-40B4-BE49-F238E27FC236}">
                <a16:creationId xmlns:a16="http://schemas.microsoft.com/office/drawing/2014/main" id="{3015042E-41E8-4F12-91E5-C0F52B00FA51}"/>
              </a:ext>
            </a:extLst>
          </p:cNvPr>
          <p:cNvSpPr/>
          <p:nvPr/>
        </p:nvSpPr>
        <p:spPr>
          <a:xfrm rot="5770042">
            <a:off x="6102840" y="214846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AE60560-4D85-4DD0-9F89-241BEEA1A4AC}"/>
              </a:ext>
            </a:extLst>
          </p:cNvPr>
          <p:cNvCxnSpPr>
            <a:cxnSpLocks/>
          </p:cNvCxnSpPr>
          <p:nvPr/>
        </p:nvCxnSpPr>
        <p:spPr>
          <a:xfrm>
            <a:off x="6324944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4B2AA7E-674C-4398-9595-51A2F3416301}"/>
              </a:ext>
            </a:extLst>
          </p:cNvPr>
          <p:cNvCxnSpPr>
            <a:cxnSpLocks/>
          </p:cNvCxnSpPr>
          <p:nvPr/>
        </p:nvCxnSpPr>
        <p:spPr>
          <a:xfrm>
            <a:off x="6394265" y="2336673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E6EFDDD-76CD-4263-BF62-18B6694EC17F}"/>
              </a:ext>
            </a:extLst>
          </p:cNvPr>
          <p:cNvCxnSpPr/>
          <p:nvPr/>
        </p:nvCxnSpPr>
        <p:spPr>
          <a:xfrm>
            <a:off x="6443313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68C6FF6-EB69-4A21-8A09-5D5775BBA2AE}"/>
              </a:ext>
            </a:extLst>
          </p:cNvPr>
          <p:cNvCxnSpPr/>
          <p:nvPr/>
        </p:nvCxnSpPr>
        <p:spPr>
          <a:xfrm>
            <a:off x="6530225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09E0DC23-64A9-42C0-93FA-174CA50AA99C}"/>
              </a:ext>
            </a:extLst>
          </p:cNvPr>
          <p:cNvSpPr/>
          <p:nvPr/>
        </p:nvSpPr>
        <p:spPr>
          <a:xfrm>
            <a:off x="6163071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7" name="弧形 106">
            <a:extLst>
              <a:ext uri="{FF2B5EF4-FFF2-40B4-BE49-F238E27FC236}">
                <a16:creationId xmlns:a16="http://schemas.microsoft.com/office/drawing/2014/main" id="{3A83B3AD-4454-4059-955F-8EE55C500DCE}"/>
              </a:ext>
            </a:extLst>
          </p:cNvPr>
          <p:cNvSpPr/>
          <p:nvPr/>
        </p:nvSpPr>
        <p:spPr>
          <a:xfrm rot="5770042">
            <a:off x="6102840" y="250833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96B2F5D-22A7-40DF-96E1-CDED02260667}"/>
              </a:ext>
            </a:extLst>
          </p:cNvPr>
          <p:cNvCxnSpPr>
            <a:cxnSpLocks/>
          </p:cNvCxnSpPr>
          <p:nvPr/>
        </p:nvCxnSpPr>
        <p:spPr>
          <a:xfrm>
            <a:off x="6324944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6182473-ACC5-42C6-9BF4-B47F4AE8402D}"/>
              </a:ext>
            </a:extLst>
          </p:cNvPr>
          <p:cNvCxnSpPr>
            <a:cxnSpLocks/>
          </p:cNvCxnSpPr>
          <p:nvPr/>
        </p:nvCxnSpPr>
        <p:spPr>
          <a:xfrm>
            <a:off x="6394265" y="269653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F91B582-592E-4909-8A24-0B3871E87253}"/>
              </a:ext>
            </a:extLst>
          </p:cNvPr>
          <p:cNvCxnSpPr/>
          <p:nvPr/>
        </p:nvCxnSpPr>
        <p:spPr>
          <a:xfrm>
            <a:off x="6443313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49612374-3682-4548-845E-2F8684F3C510}"/>
              </a:ext>
            </a:extLst>
          </p:cNvPr>
          <p:cNvCxnSpPr/>
          <p:nvPr/>
        </p:nvCxnSpPr>
        <p:spPr>
          <a:xfrm>
            <a:off x="6571792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9B340106-7E7C-474D-B9C0-55428D899889}"/>
              </a:ext>
            </a:extLst>
          </p:cNvPr>
          <p:cNvSpPr/>
          <p:nvPr/>
        </p:nvSpPr>
        <p:spPr>
          <a:xfrm>
            <a:off x="6159523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3" name="弧形 112">
            <a:extLst>
              <a:ext uri="{FF2B5EF4-FFF2-40B4-BE49-F238E27FC236}">
                <a16:creationId xmlns:a16="http://schemas.microsoft.com/office/drawing/2014/main" id="{5E1411B4-203C-489F-A261-5F5AE9DB509B}"/>
              </a:ext>
            </a:extLst>
          </p:cNvPr>
          <p:cNvSpPr/>
          <p:nvPr/>
        </p:nvSpPr>
        <p:spPr>
          <a:xfrm rot="5770042">
            <a:off x="6099292" y="303394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74C5CDB-7AF0-4D49-9EF6-EC9C83230312}"/>
              </a:ext>
            </a:extLst>
          </p:cNvPr>
          <p:cNvCxnSpPr>
            <a:cxnSpLocks/>
          </p:cNvCxnSpPr>
          <p:nvPr/>
        </p:nvCxnSpPr>
        <p:spPr>
          <a:xfrm>
            <a:off x="6321396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A06444F-2C3F-4157-8221-ABB3118A764C}"/>
              </a:ext>
            </a:extLst>
          </p:cNvPr>
          <p:cNvCxnSpPr>
            <a:cxnSpLocks/>
          </p:cNvCxnSpPr>
          <p:nvPr/>
        </p:nvCxnSpPr>
        <p:spPr>
          <a:xfrm>
            <a:off x="6390716" y="322214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0CF3BDB-E830-4D2B-9ED2-E4C659B595BC}"/>
              </a:ext>
            </a:extLst>
          </p:cNvPr>
          <p:cNvCxnSpPr/>
          <p:nvPr/>
        </p:nvCxnSpPr>
        <p:spPr>
          <a:xfrm>
            <a:off x="6496447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14DE8CFA-DB78-4D04-9B86-C68C02EA216F}"/>
              </a:ext>
            </a:extLst>
          </p:cNvPr>
          <p:cNvCxnSpPr/>
          <p:nvPr/>
        </p:nvCxnSpPr>
        <p:spPr>
          <a:xfrm>
            <a:off x="6571945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2D0328E5-EFE7-4DC3-8CF3-D39A43234FD8}"/>
              </a:ext>
            </a:extLst>
          </p:cNvPr>
          <p:cNvSpPr/>
          <p:nvPr/>
        </p:nvSpPr>
        <p:spPr>
          <a:xfrm>
            <a:off x="6822768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9CC694DB-3D9C-40CF-B0E0-BA90D066208A}"/>
              </a:ext>
            </a:extLst>
          </p:cNvPr>
          <p:cNvSpPr/>
          <p:nvPr/>
        </p:nvSpPr>
        <p:spPr>
          <a:xfrm>
            <a:off x="6778136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D5F382E-5BC2-46FA-BF73-B870186E4AE3}"/>
              </a:ext>
            </a:extLst>
          </p:cNvPr>
          <p:cNvSpPr/>
          <p:nvPr/>
        </p:nvSpPr>
        <p:spPr>
          <a:xfrm>
            <a:off x="6867400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F6D494A-7708-42B5-902B-01AA764A4444}"/>
              </a:ext>
            </a:extLst>
          </p:cNvPr>
          <p:cNvSpPr/>
          <p:nvPr/>
        </p:nvSpPr>
        <p:spPr>
          <a:xfrm>
            <a:off x="6820431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CD15518-38C9-410B-AF9A-571BEDE05462}"/>
              </a:ext>
            </a:extLst>
          </p:cNvPr>
          <p:cNvSpPr/>
          <p:nvPr/>
        </p:nvSpPr>
        <p:spPr>
          <a:xfrm>
            <a:off x="6775800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FF893AF-15BA-4319-87C0-0BB89D3877AC}"/>
              </a:ext>
            </a:extLst>
          </p:cNvPr>
          <p:cNvSpPr/>
          <p:nvPr/>
        </p:nvSpPr>
        <p:spPr>
          <a:xfrm>
            <a:off x="6865063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3368A12-EC2A-47CB-9DFC-1DAE751E21F3}"/>
              </a:ext>
            </a:extLst>
          </p:cNvPr>
          <p:cNvSpPr/>
          <p:nvPr/>
        </p:nvSpPr>
        <p:spPr>
          <a:xfrm>
            <a:off x="6826011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814514B-2E88-4F29-A51F-CA0CECBAD72E}"/>
              </a:ext>
            </a:extLst>
          </p:cNvPr>
          <p:cNvSpPr/>
          <p:nvPr/>
        </p:nvSpPr>
        <p:spPr>
          <a:xfrm>
            <a:off x="6781379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B7C47383-4A09-4F3C-A49E-3A07E8031665}"/>
              </a:ext>
            </a:extLst>
          </p:cNvPr>
          <p:cNvSpPr/>
          <p:nvPr/>
        </p:nvSpPr>
        <p:spPr>
          <a:xfrm>
            <a:off x="6870642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1A9934DB-9D44-431E-8C6E-83523167679B}"/>
              </a:ext>
            </a:extLst>
          </p:cNvPr>
          <p:cNvSpPr/>
          <p:nvPr/>
        </p:nvSpPr>
        <p:spPr>
          <a:xfrm>
            <a:off x="6820431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771EF984-BC0F-4705-903B-471BB1F6D7E4}"/>
              </a:ext>
            </a:extLst>
          </p:cNvPr>
          <p:cNvSpPr/>
          <p:nvPr/>
        </p:nvSpPr>
        <p:spPr>
          <a:xfrm>
            <a:off x="6775800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C2615B95-3A93-4D48-A8EF-C6AE4AE9819A}"/>
              </a:ext>
            </a:extLst>
          </p:cNvPr>
          <p:cNvSpPr/>
          <p:nvPr/>
        </p:nvSpPr>
        <p:spPr>
          <a:xfrm>
            <a:off x="6865063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74A1A33-076F-49F4-93FD-A30E168186B9}"/>
              </a:ext>
            </a:extLst>
          </p:cNvPr>
          <p:cNvSpPr/>
          <p:nvPr/>
        </p:nvSpPr>
        <p:spPr>
          <a:xfrm>
            <a:off x="6071258" y="2131321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52E6B4E-5DC8-4DF8-8A95-F5BD0DCD41FA}"/>
              </a:ext>
            </a:extLst>
          </p:cNvPr>
          <p:cNvCxnSpPr>
            <a:cxnSpLocks/>
            <a:stCxn id="6" idx="3"/>
            <a:endCxn id="88" idx="2"/>
          </p:cNvCxnSpPr>
          <p:nvPr/>
        </p:nvCxnSpPr>
        <p:spPr>
          <a:xfrm flipV="1">
            <a:off x="5654612" y="2336677"/>
            <a:ext cx="508457" cy="59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E724303C-072B-40E4-A209-EAC3483B6777}"/>
              </a:ext>
            </a:extLst>
          </p:cNvPr>
          <p:cNvCxnSpPr>
            <a:cxnSpLocks/>
            <a:stCxn id="6" idx="3"/>
            <a:endCxn id="106" idx="2"/>
          </p:cNvCxnSpPr>
          <p:nvPr/>
        </p:nvCxnSpPr>
        <p:spPr>
          <a:xfrm>
            <a:off x="5654612" y="2395872"/>
            <a:ext cx="508457" cy="300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A1B6316-05D7-4EC9-A692-EF53A02798BE}"/>
              </a:ext>
            </a:extLst>
          </p:cNvPr>
          <p:cNvCxnSpPr>
            <a:cxnSpLocks/>
            <a:stCxn id="6" idx="3"/>
            <a:endCxn id="112" idx="2"/>
          </p:cNvCxnSpPr>
          <p:nvPr/>
        </p:nvCxnSpPr>
        <p:spPr>
          <a:xfrm>
            <a:off x="5654610" y="2395871"/>
            <a:ext cx="504909" cy="826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9EFDA91-20BE-4139-B600-D5B01C1A019A}"/>
              </a:ext>
            </a:extLst>
          </p:cNvPr>
          <p:cNvCxnSpPr>
            <a:cxnSpLocks/>
            <a:stCxn id="88" idx="2"/>
            <a:endCxn id="57" idx="3"/>
          </p:cNvCxnSpPr>
          <p:nvPr/>
        </p:nvCxnSpPr>
        <p:spPr>
          <a:xfrm flipH="1">
            <a:off x="5654612" y="2336675"/>
            <a:ext cx="508457" cy="6260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A322EFE-7BD9-4C92-A1B2-00CB9643C7B4}"/>
              </a:ext>
            </a:extLst>
          </p:cNvPr>
          <p:cNvCxnSpPr>
            <a:cxnSpLocks/>
            <a:stCxn id="106" idx="2"/>
            <a:endCxn id="57" idx="3"/>
          </p:cNvCxnSpPr>
          <p:nvPr/>
        </p:nvCxnSpPr>
        <p:spPr>
          <a:xfrm flipH="1">
            <a:off x="5654612" y="2696541"/>
            <a:ext cx="508457" cy="266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7DBA6E4A-7E67-490A-8144-15A1193BA8C7}"/>
              </a:ext>
            </a:extLst>
          </p:cNvPr>
          <p:cNvCxnSpPr>
            <a:cxnSpLocks/>
            <a:stCxn id="112" idx="2"/>
            <a:endCxn id="57" idx="3"/>
          </p:cNvCxnSpPr>
          <p:nvPr/>
        </p:nvCxnSpPr>
        <p:spPr>
          <a:xfrm flipH="1" flipV="1">
            <a:off x="5654610" y="2962697"/>
            <a:ext cx="504909" cy="2594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B507CD75-8F95-4441-A2F2-9D519583A1E0}"/>
              </a:ext>
            </a:extLst>
          </p:cNvPr>
          <p:cNvSpPr/>
          <p:nvPr/>
        </p:nvSpPr>
        <p:spPr>
          <a:xfrm>
            <a:off x="7179048" y="2584086"/>
            <a:ext cx="750409" cy="272675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AF249EA-F624-457A-902D-4F187DA429E0}"/>
              </a:ext>
            </a:extLst>
          </p:cNvPr>
          <p:cNvSpPr txBox="1"/>
          <p:nvPr/>
        </p:nvSpPr>
        <p:spPr>
          <a:xfrm>
            <a:off x="7159504" y="2637905"/>
            <a:ext cx="852059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Classification loss</a:t>
            </a:r>
            <a:endParaRPr lang="zh-CN" altLang="en-US" sz="744" dirty="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0198133-DAD8-4506-8337-673C39ECA311}"/>
              </a:ext>
            </a:extLst>
          </p:cNvPr>
          <p:cNvSpPr txBox="1"/>
          <p:nvPr/>
        </p:nvSpPr>
        <p:spPr>
          <a:xfrm>
            <a:off x="6270503" y="1955252"/>
            <a:ext cx="566663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Post-spike</a:t>
            </a:r>
            <a:endParaRPr lang="zh-CN" altLang="en-US" sz="744" dirty="0"/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9F1CD3C-99EC-4029-B247-4E8F36E74F38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6948816" y="2626635"/>
            <a:ext cx="210688" cy="114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D688225-4B9C-461E-8F21-492275A8D3E4}"/>
              </a:ext>
            </a:extLst>
          </p:cNvPr>
          <p:cNvCxnSpPr>
            <a:cxnSpLocks/>
            <a:stCxn id="151" idx="1"/>
          </p:cNvCxnSpPr>
          <p:nvPr/>
        </p:nvCxnSpPr>
        <p:spPr>
          <a:xfrm flipH="1">
            <a:off x="6955502" y="2741331"/>
            <a:ext cx="204002" cy="1324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9E2A358-1BBD-4C2F-9B79-BA0357008FFB}"/>
              </a:ext>
            </a:extLst>
          </p:cNvPr>
          <p:cNvSpPr/>
          <p:nvPr/>
        </p:nvSpPr>
        <p:spPr>
          <a:xfrm>
            <a:off x="1701374" y="1868393"/>
            <a:ext cx="6310189" cy="1890013"/>
          </a:xfrm>
          <a:prstGeom prst="round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AAC58F32-7A32-42E1-8B89-35FB9A154A4F}"/>
              </a:ext>
            </a:extLst>
          </p:cNvPr>
          <p:cNvCxnSpPr>
            <a:cxnSpLocks/>
          </p:cNvCxnSpPr>
          <p:nvPr/>
        </p:nvCxnSpPr>
        <p:spPr>
          <a:xfrm>
            <a:off x="1929038" y="3593430"/>
            <a:ext cx="2231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E9C4678-AF1E-46BC-9567-8EEFFDE0471D}"/>
              </a:ext>
            </a:extLst>
          </p:cNvPr>
          <p:cNvSpPr txBox="1"/>
          <p:nvPr/>
        </p:nvSpPr>
        <p:spPr>
          <a:xfrm>
            <a:off x="2152195" y="3507969"/>
            <a:ext cx="489125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Forward</a:t>
            </a:r>
            <a:endParaRPr lang="zh-CN" altLang="en-US" sz="744" dirty="0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76703E6-9160-4435-A7EE-24AD624FCB10}"/>
              </a:ext>
            </a:extLst>
          </p:cNvPr>
          <p:cNvCxnSpPr>
            <a:cxnSpLocks/>
          </p:cNvCxnSpPr>
          <p:nvPr/>
        </p:nvCxnSpPr>
        <p:spPr>
          <a:xfrm>
            <a:off x="2641320" y="3593430"/>
            <a:ext cx="22315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F4694969-6B5E-4398-A3BA-FD30376D447A}"/>
              </a:ext>
            </a:extLst>
          </p:cNvPr>
          <p:cNvSpPr txBox="1"/>
          <p:nvPr/>
        </p:nvSpPr>
        <p:spPr>
          <a:xfrm>
            <a:off x="2864483" y="3507971"/>
            <a:ext cx="587088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Backward</a:t>
            </a:r>
            <a:endParaRPr lang="zh-CN" altLang="en-US" sz="744" dirty="0"/>
          </a:p>
        </p:txBody>
      </p:sp>
    </p:spTree>
    <p:extLst>
      <p:ext uri="{BB962C8B-B14F-4D97-AF65-F5344CB8AC3E}">
        <p14:creationId xmlns:p14="http://schemas.microsoft.com/office/powerpoint/2010/main" val="43738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6C9B121-9E6B-41DF-892F-1D70D5B41291}"/>
              </a:ext>
            </a:extLst>
          </p:cNvPr>
          <p:cNvSpPr/>
          <p:nvPr/>
        </p:nvSpPr>
        <p:spPr>
          <a:xfrm>
            <a:off x="2363273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B826997-3596-4C76-9CED-8644D7028536}"/>
              </a:ext>
            </a:extLst>
          </p:cNvPr>
          <p:cNvSpPr/>
          <p:nvPr/>
        </p:nvSpPr>
        <p:spPr>
          <a:xfrm rot="5770042">
            <a:off x="2306592" y="2149595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361F25-535D-4207-A2FB-24A93EB14A44}"/>
              </a:ext>
            </a:extLst>
          </p:cNvPr>
          <p:cNvCxnSpPr>
            <a:stCxn id="3" idx="0"/>
          </p:cNvCxnSpPr>
          <p:nvPr/>
        </p:nvCxnSpPr>
        <p:spPr>
          <a:xfrm>
            <a:off x="2525147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927A69B-8301-4506-8B0A-714B838E3889}"/>
              </a:ext>
            </a:extLst>
          </p:cNvPr>
          <p:cNvCxnSpPr>
            <a:cxnSpLocks/>
          </p:cNvCxnSpPr>
          <p:nvPr/>
        </p:nvCxnSpPr>
        <p:spPr>
          <a:xfrm>
            <a:off x="2057188" y="2325441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9DB6-6129-445B-ADF2-7D5730ED1C86}"/>
              </a:ext>
            </a:extLst>
          </p:cNvPr>
          <p:cNvCxnSpPr/>
          <p:nvPr/>
        </p:nvCxnSpPr>
        <p:spPr>
          <a:xfrm>
            <a:off x="2106235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9FD233-18EC-46BF-890B-BB45E2E7258A}"/>
              </a:ext>
            </a:extLst>
          </p:cNvPr>
          <p:cNvCxnSpPr/>
          <p:nvPr/>
        </p:nvCxnSpPr>
        <p:spPr>
          <a:xfrm>
            <a:off x="2193148" y="2201369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6280CDB-B71B-4572-A66A-733F553F3F09}"/>
              </a:ext>
            </a:extLst>
          </p:cNvPr>
          <p:cNvSpPr/>
          <p:nvPr/>
        </p:nvSpPr>
        <p:spPr>
          <a:xfrm>
            <a:off x="2363273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E71A28-8630-48E2-9337-F530DD492B30}"/>
              </a:ext>
            </a:extLst>
          </p:cNvPr>
          <p:cNvSpPr/>
          <p:nvPr/>
        </p:nvSpPr>
        <p:spPr>
          <a:xfrm rot="5770042">
            <a:off x="2306592" y="2509460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5C83BC-8A47-4BA3-88D7-D00E8A72521B}"/>
              </a:ext>
            </a:extLst>
          </p:cNvPr>
          <p:cNvCxnSpPr>
            <a:stCxn id="10" idx="0"/>
          </p:cNvCxnSpPr>
          <p:nvPr/>
        </p:nvCxnSpPr>
        <p:spPr>
          <a:xfrm>
            <a:off x="2525147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DEB9E5-30E7-41E5-9F5F-613B19E663E4}"/>
              </a:ext>
            </a:extLst>
          </p:cNvPr>
          <p:cNvCxnSpPr>
            <a:cxnSpLocks/>
          </p:cNvCxnSpPr>
          <p:nvPr/>
        </p:nvCxnSpPr>
        <p:spPr>
          <a:xfrm>
            <a:off x="2057188" y="2685305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E962F9-50D3-4FF1-88DF-A03A288C97AE}"/>
              </a:ext>
            </a:extLst>
          </p:cNvPr>
          <p:cNvCxnSpPr/>
          <p:nvPr/>
        </p:nvCxnSpPr>
        <p:spPr>
          <a:xfrm>
            <a:off x="210623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A2509C2-B0E1-4BD4-8F53-382DAF416536}"/>
              </a:ext>
            </a:extLst>
          </p:cNvPr>
          <p:cNvCxnSpPr/>
          <p:nvPr/>
        </p:nvCxnSpPr>
        <p:spPr>
          <a:xfrm>
            <a:off x="2234715" y="256123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1FA0B6B-E91B-4B69-B111-6E731FB3CE0A}"/>
              </a:ext>
            </a:extLst>
          </p:cNvPr>
          <p:cNvSpPr/>
          <p:nvPr/>
        </p:nvSpPr>
        <p:spPr>
          <a:xfrm>
            <a:off x="2359724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E96C2B39-90D1-4E60-A99C-8A7349B0A4F5}"/>
              </a:ext>
            </a:extLst>
          </p:cNvPr>
          <p:cNvSpPr/>
          <p:nvPr/>
        </p:nvSpPr>
        <p:spPr>
          <a:xfrm rot="5770042">
            <a:off x="2303043" y="3035069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E1D4B4-870F-410B-8EF2-3BAA07459685}"/>
              </a:ext>
            </a:extLst>
          </p:cNvPr>
          <p:cNvCxnSpPr>
            <a:stCxn id="16" idx="0"/>
          </p:cNvCxnSpPr>
          <p:nvPr/>
        </p:nvCxnSpPr>
        <p:spPr>
          <a:xfrm>
            <a:off x="2521597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B3DA8E0-CEB3-4A77-9FDD-96E594B128B3}"/>
              </a:ext>
            </a:extLst>
          </p:cNvPr>
          <p:cNvCxnSpPr>
            <a:cxnSpLocks/>
          </p:cNvCxnSpPr>
          <p:nvPr/>
        </p:nvCxnSpPr>
        <p:spPr>
          <a:xfrm>
            <a:off x="2053639" y="3210916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5F1CDC7-AD3D-4F31-BFD9-95980653F9BE}"/>
              </a:ext>
            </a:extLst>
          </p:cNvPr>
          <p:cNvCxnSpPr/>
          <p:nvPr/>
        </p:nvCxnSpPr>
        <p:spPr>
          <a:xfrm>
            <a:off x="2159369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D84541-E363-4606-A93D-86D8305933C9}"/>
              </a:ext>
            </a:extLst>
          </p:cNvPr>
          <p:cNvCxnSpPr/>
          <p:nvPr/>
        </p:nvCxnSpPr>
        <p:spPr>
          <a:xfrm>
            <a:off x="2234868" y="3085593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44162FD9-088E-45B9-A612-2BFE537FAF0C}"/>
              </a:ext>
            </a:extLst>
          </p:cNvPr>
          <p:cNvSpPr/>
          <p:nvPr/>
        </p:nvSpPr>
        <p:spPr>
          <a:xfrm>
            <a:off x="1928463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501A7-A3DF-4743-8BAC-C3C598A59508}"/>
              </a:ext>
            </a:extLst>
          </p:cNvPr>
          <p:cNvSpPr/>
          <p:nvPr/>
        </p:nvSpPr>
        <p:spPr>
          <a:xfrm>
            <a:off x="1883832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E6F7E9-F75C-41BD-B19D-7EDE03FFEED6}"/>
              </a:ext>
            </a:extLst>
          </p:cNvPr>
          <p:cNvSpPr/>
          <p:nvPr/>
        </p:nvSpPr>
        <p:spPr>
          <a:xfrm>
            <a:off x="1973095" y="230025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7B5CFE6-8702-4D0F-903B-873B9CDFFBEF}"/>
              </a:ext>
            </a:extLst>
          </p:cNvPr>
          <p:cNvSpPr/>
          <p:nvPr/>
        </p:nvSpPr>
        <p:spPr>
          <a:xfrm>
            <a:off x="1926127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915DB7D-9F02-49C6-8E7C-9EE3E47C0A8F}"/>
              </a:ext>
            </a:extLst>
          </p:cNvPr>
          <p:cNvSpPr/>
          <p:nvPr/>
        </p:nvSpPr>
        <p:spPr>
          <a:xfrm>
            <a:off x="1881495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863514-8364-49DF-B9D8-042C4F7FC92A}"/>
              </a:ext>
            </a:extLst>
          </p:cNvPr>
          <p:cNvSpPr/>
          <p:nvPr/>
        </p:nvSpPr>
        <p:spPr>
          <a:xfrm>
            <a:off x="1970758" y="266701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F88514-8204-4D28-9B6D-890F7F98A2A8}"/>
              </a:ext>
            </a:extLst>
          </p:cNvPr>
          <p:cNvSpPr/>
          <p:nvPr/>
        </p:nvSpPr>
        <p:spPr>
          <a:xfrm>
            <a:off x="1931706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799E876-40EC-4435-A378-1B9B38895033}"/>
              </a:ext>
            </a:extLst>
          </p:cNvPr>
          <p:cNvSpPr/>
          <p:nvPr/>
        </p:nvSpPr>
        <p:spPr>
          <a:xfrm>
            <a:off x="1887075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6DC13E3-4113-4F60-94B5-DEC5E8C17D77}"/>
              </a:ext>
            </a:extLst>
          </p:cNvPr>
          <p:cNvSpPr/>
          <p:nvPr/>
        </p:nvSpPr>
        <p:spPr>
          <a:xfrm>
            <a:off x="1976338" y="3195641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B657A55-2366-4E67-84FF-98EBC83A8CFE}"/>
              </a:ext>
            </a:extLst>
          </p:cNvPr>
          <p:cNvSpPr/>
          <p:nvPr/>
        </p:nvSpPr>
        <p:spPr>
          <a:xfrm>
            <a:off x="1926127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267B50D-74B6-42B0-97DB-F4CD7C1F6C16}"/>
              </a:ext>
            </a:extLst>
          </p:cNvPr>
          <p:cNvSpPr/>
          <p:nvPr/>
        </p:nvSpPr>
        <p:spPr>
          <a:xfrm>
            <a:off x="1881495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9F3435-EF07-44DD-B17C-E46C75445A36}"/>
              </a:ext>
            </a:extLst>
          </p:cNvPr>
          <p:cNvSpPr/>
          <p:nvPr/>
        </p:nvSpPr>
        <p:spPr>
          <a:xfrm>
            <a:off x="1970758" y="292973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68DDBE6-4619-4E75-9D6D-01B57B667C6A}"/>
              </a:ext>
            </a:extLst>
          </p:cNvPr>
          <p:cNvSpPr/>
          <p:nvPr/>
        </p:nvSpPr>
        <p:spPr>
          <a:xfrm>
            <a:off x="1811566" y="2131323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B5012A-6CAD-494A-95DC-18AE17739868}"/>
              </a:ext>
            </a:extLst>
          </p:cNvPr>
          <p:cNvSpPr txBox="1"/>
          <p:nvPr/>
        </p:nvSpPr>
        <p:spPr>
          <a:xfrm>
            <a:off x="2002992" y="1954133"/>
            <a:ext cx="595027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Pre-spike</a:t>
            </a:r>
            <a:endParaRPr lang="zh-CN" altLang="en-US" sz="744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5C5655-30B0-4A9B-B567-E198314F810B}"/>
              </a:ext>
            </a:extLst>
          </p:cNvPr>
          <p:cNvSpPr/>
          <p:nvPr/>
        </p:nvSpPr>
        <p:spPr>
          <a:xfrm>
            <a:off x="3092582" y="2266769"/>
            <a:ext cx="634839" cy="10340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6742FA9-D887-4AD0-AE9F-49F71D8CB5C9}"/>
              </a:ext>
            </a:extLst>
          </p:cNvPr>
          <p:cNvSpPr txBox="1"/>
          <p:nvPr/>
        </p:nvSpPr>
        <p:spPr>
          <a:xfrm>
            <a:off x="3186820" y="2558260"/>
            <a:ext cx="495024" cy="49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68" dirty="0"/>
              <a:t>Weight</a:t>
            </a:r>
          </a:p>
          <a:p>
            <a:r>
              <a:rPr lang="en-US" altLang="zh-CN" sz="868" dirty="0"/>
              <a:t>Matrix</a:t>
            </a:r>
            <a:endParaRPr lang="zh-CN" altLang="en-US" sz="868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6B1CBE7-769A-4262-9F0F-3EA4515F7CE5}"/>
              </a:ext>
            </a:extLst>
          </p:cNvPr>
          <p:cNvCxnSpPr>
            <a:stCxn id="2" idx="6"/>
          </p:cNvCxnSpPr>
          <p:nvPr/>
        </p:nvCxnSpPr>
        <p:spPr>
          <a:xfrm flipV="1">
            <a:off x="2598021" y="232544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1E6AD39-86BA-4A2F-88B0-03817E330A47}"/>
              </a:ext>
            </a:extLst>
          </p:cNvPr>
          <p:cNvCxnSpPr/>
          <p:nvPr/>
        </p:nvCxnSpPr>
        <p:spPr>
          <a:xfrm flipV="1">
            <a:off x="2598021" y="2688593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7ADAD8A-52F9-4697-A4FE-3987244AA659}"/>
              </a:ext>
            </a:extLst>
          </p:cNvPr>
          <p:cNvCxnSpPr/>
          <p:nvPr/>
        </p:nvCxnSpPr>
        <p:spPr>
          <a:xfrm flipV="1">
            <a:off x="2594473" y="3221761"/>
            <a:ext cx="4945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A7C49E-120F-4F9F-91C8-B7FE61A3F341}"/>
              </a:ext>
            </a:extLst>
          </p:cNvPr>
          <p:cNvSpPr txBox="1"/>
          <p:nvPr/>
        </p:nvSpPr>
        <p:spPr>
          <a:xfrm>
            <a:off x="2722257" y="2201370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0110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E34234E-19BB-4A4C-93B3-E36BE516542D}"/>
              </a:ext>
            </a:extLst>
          </p:cNvPr>
          <p:cNvSpPr txBox="1"/>
          <p:nvPr/>
        </p:nvSpPr>
        <p:spPr>
          <a:xfrm>
            <a:off x="2722257" y="2551727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1101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4BD5FC-5F34-4946-9EB7-C27D1872FDC9}"/>
              </a:ext>
            </a:extLst>
          </p:cNvPr>
          <p:cNvSpPr txBox="1"/>
          <p:nvPr/>
        </p:nvSpPr>
        <p:spPr>
          <a:xfrm>
            <a:off x="2722257" y="3070391"/>
            <a:ext cx="306083" cy="26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7" dirty="0">
                <a:solidFill>
                  <a:srgbClr val="FF0000"/>
                </a:solidFill>
              </a:rPr>
              <a:t>0010</a:t>
            </a:r>
            <a:endParaRPr lang="zh-CN" altLang="en-US" sz="557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3FDF2-2EE0-4BE5-A7ED-3FDEC94380F0}"/>
              </a:ext>
            </a:extLst>
          </p:cNvPr>
          <p:cNvSpPr/>
          <p:nvPr/>
        </p:nvSpPr>
        <p:spPr>
          <a:xfrm>
            <a:off x="4141236" y="2277486"/>
            <a:ext cx="1513373" cy="236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EAE4A5E-9285-4159-9B50-58BE1288AEC1}"/>
              </a:ext>
            </a:extLst>
          </p:cNvPr>
          <p:cNvSpPr/>
          <p:nvPr/>
        </p:nvSpPr>
        <p:spPr>
          <a:xfrm>
            <a:off x="4139308" y="2750048"/>
            <a:ext cx="1515301" cy="42529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BDBA3C6-BD50-4A05-909D-DA3E6D0D84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56529" y="2324634"/>
            <a:ext cx="222872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08F5679-199C-4794-95F3-6F41E44248D3}"/>
              </a:ext>
            </a:extLst>
          </p:cNvPr>
          <p:cNvCxnSpPr/>
          <p:nvPr/>
        </p:nvCxnSpPr>
        <p:spPr>
          <a:xfrm>
            <a:off x="4199773" y="3090180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3A4ED3E-85AD-4AE1-9C14-F21A4568013B}"/>
              </a:ext>
            </a:extLst>
          </p:cNvPr>
          <p:cNvCxnSpPr/>
          <p:nvPr/>
        </p:nvCxnSpPr>
        <p:spPr>
          <a:xfrm flipV="1">
            <a:off x="4360408" y="280931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95722D4-4CF9-4828-BF2D-D2F800A25CBB}"/>
              </a:ext>
            </a:extLst>
          </p:cNvPr>
          <p:cNvCxnSpPr>
            <a:cxnSpLocks/>
          </p:cNvCxnSpPr>
          <p:nvPr/>
        </p:nvCxnSpPr>
        <p:spPr>
          <a:xfrm>
            <a:off x="4230077" y="3064056"/>
            <a:ext cx="275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4058333-C68A-4421-900C-72E083CBD285}"/>
              </a:ext>
            </a:extLst>
          </p:cNvPr>
          <p:cNvCxnSpPr/>
          <p:nvPr/>
        </p:nvCxnSpPr>
        <p:spPr>
          <a:xfrm>
            <a:off x="4649452" y="3084601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BAC5B3-AA54-4C7E-ACFD-544F32A67594}"/>
              </a:ext>
            </a:extLst>
          </p:cNvPr>
          <p:cNvCxnSpPr/>
          <p:nvPr/>
        </p:nvCxnSpPr>
        <p:spPr>
          <a:xfrm flipV="1">
            <a:off x="4810085" y="2803736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ACFE79B-B95D-492B-AF2E-D0CC25EB90AF}"/>
              </a:ext>
            </a:extLst>
          </p:cNvPr>
          <p:cNvCxnSpPr>
            <a:cxnSpLocks/>
          </p:cNvCxnSpPr>
          <p:nvPr/>
        </p:nvCxnSpPr>
        <p:spPr>
          <a:xfrm>
            <a:off x="4709908" y="2966490"/>
            <a:ext cx="222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DD47DDA-CC12-4E8F-A065-BF47A06C3A2C}"/>
              </a:ext>
            </a:extLst>
          </p:cNvPr>
          <p:cNvCxnSpPr/>
          <p:nvPr/>
        </p:nvCxnSpPr>
        <p:spPr>
          <a:xfrm>
            <a:off x="5250281" y="3080938"/>
            <a:ext cx="343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1065FC6-FB8E-4349-8BE5-A5B35200405E}"/>
              </a:ext>
            </a:extLst>
          </p:cNvPr>
          <p:cNvCxnSpPr/>
          <p:nvPr/>
        </p:nvCxnSpPr>
        <p:spPr>
          <a:xfrm flipV="1">
            <a:off x="5410916" y="2800075"/>
            <a:ext cx="0" cy="28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954CBE7-9266-4A65-BA5F-887E42272EA4}"/>
              </a:ext>
            </a:extLst>
          </p:cNvPr>
          <p:cNvCxnSpPr>
            <a:cxnSpLocks/>
          </p:cNvCxnSpPr>
          <p:nvPr/>
        </p:nvCxnSpPr>
        <p:spPr>
          <a:xfrm>
            <a:off x="5349531" y="2862518"/>
            <a:ext cx="1227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1C8288F-990B-46CB-AE41-BDF884740F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9990" y="2329173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B4FDBEE-69C4-4E18-9F29-B894432DD5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05332" y="2329174"/>
            <a:ext cx="222873" cy="11504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椭圆 91">
            <a:extLst>
              <a:ext uri="{FF2B5EF4-FFF2-40B4-BE49-F238E27FC236}">
                <a16:creationId xmlns:a16="http://schemas.microsoft.com/office/drawing/2014/main" id="{CE674B6B-61A2-487A-A04B-C5BDA9C813D8}"/>
              </a:ext>
            </a:extLst>
          </p:cNvPr>
          <p:cNvSpPr/>
          <p:nvPr/>
        </p:nvSpPr>
        <p:spPr>
          <a:xfrm>
            <a:off x="5131933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2795B14-2436-43B5-BFE0-9DC5325EDEC0}"/>
              </a:ext>
            </a:extLst>
          </p:cNvPr>
          <p:cNvSpPr/>
          <p:nvPr/>
        </p:nvSpPr>
        <p:spPr>
          <a:xfrm>
            <a:off x="5087301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F471B2-83E9-47FD-8C16-CCAE8C644D94}"/>
              </a:ext>
            </a:extLst>
          </p:cNvPr>
          <p:cNvSpPr/>
          <p:nvPr/>
        </p:nvSpPr>
        <p:spPr>
          <a:xfrm>
            <a:off x="5176565" y="2955739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E8FDA4A-B04F-49FC-B1A3-A146B5A823E0}"/>
              </a:ext>
            </a:extLst>
          </p:cNvPr>
          <p:cNvSpPr/>
          <p:nvPr/>
        </p:nvSpPr>
        <p:spPr>
          <a:xfrm>
            <a:off x="513528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CEE3B5-6733-4100-ADF7-570F2B6A4AA3}"/>
              </a:ext>
            </a:extLst>
          </p:cNvPr>
          <p:cNvSpPr/>
          <p:nvPr/>
        </p:nvSpPr>
        <p:spPr>
          <a:xfrm>
            <a:off x="5090649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7433BD8-F54E-40BE-A229-5512CE3F9D1C}"/>
              </a:ext>
            </a:extLst>
          </p:cNvPr>
          <p:cNvSpPr/>
          <p:nvPr/>
        </p:nvSpPr>
        <p:spPr>
          <a:xfrm>
            <a:off x="5179911" y="2413452"/>
            <a:ext cx="6695" cy="66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4901F63-A478-4ECF-8B4E-F7020F1C0DDC}"/>
              </a:ext>
            </a:extLst>
          </p:cNvPr>
          <p:cNvSpPr txBox="1"/>
          <p:nvPr/>
        </p:nvSpPr>
        <p:spPr>
          <a:xfrm>
            <a:off x="4351274" y="2120687"/>
            <a:ext cx="1242881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Spike Activation Function</a:t>
            </a:r>
            <a:endParaRPr lang="zh-CN" altLang="en-US" sz="744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E8ABC0-3E23-4EBE-860F-7DF49F53F38C}"/>
              </a:ext>
            </a:extLst>
          </p:cNvPr>
          <p:cNvSpPr txBox="1"/>
          <p:nvPr/>
        </p:nvSpPr>
        <p:spPr>
          <a:xfrm>
            <a:off x="4312995" y="2592008"/>
            <a:ext cx="1269861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 err="1"/>
              <a:t>AdaLi</a:t>
            </a:r>
            <a:r>
              <a:rPr lang="en-US" altLang="zh-CN" sz="744" dirty="0"/>
              <a:t> Surrogate Gradients</a:t>
            </a:r>
            <a:endParaRPr lang="zh-CN" altLang="en-US" sz="744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DF5321-864A-41A2-BF5D-9CEC969393E3}"/>
              </a:ext>
            </a:extLst>
          </p:cNvPr>
          <p:cNvSpPr txBox="1"/>
          <p:nvPr/>
        </p:nvSpPr>
        <p:spPr>
          <a:xfrm>
            <a:off x="4158171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1</a:t>
            </a:r>
            <a:endParaRPr lang="zh-CN" altLang="en-US" sz="62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1958A97-800E-4BE5-914E-A790DE6AD68C}"/>
              </a:ext>
            </a:extLst>
          </p:cNvPr>
          <p:cNvSpPr txBox="1"/>
          <p:nvPr/>
        </p:nvSpPr>
        <p:spPr>
          <a:xfrm>
            <a:off x="4649450" y="3201472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2</a:t>
            </a:r>
            <a:endParaRPr lang="zh-CN" altLang="en-US" sz="620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9EEEB47-2BB9-4781-AED4-EEEEBF581660}"/>
              </a:ext>
            </a:extLst>
          </p:cNvPr>
          <p:cNvSpPr txBox="1"/>
          <p:nvPr/>
        </p:nvSpPr>
        <p:spPr>
          <a:xfrm>
            <a:off x="5223543" y="3197708"/>
            <a:ext cx="419591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20" dirty="0"/>
              <a:t>Epoch k</a:t>
            </a:r>
            <a:endParaRPr lang="zh-CN" altLang="en-US" sz="620" dirty="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C0E07D5D-AE0E-4D17-9D79-F75BC3CB9C49}"/>
              </a:ext>
            </a:extLst>
          </p:cNvPr>
          <p:cNvSpPr/>
          <p:nvPr/>
        </p:nvSpPr>
        <p:spPr>
          <a:xfrm>
            <a:off x="4082800" y="2602177"/>
            <a:ext cx="1700123" cy="75598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975599-F945-4F87-A3BD-AF8DD2303B53}"/>
              </a:ext>
            </a:extLst>
          </p:cNvPr>
          <p:cNvSpPr/>
          <p:nvPr/>
        </p:nvSpPr>
        <p:spPr>
          <a:xfrm>
            <a:off x="4075072" y="2135190"/>
            <a:ext cx="1707849" cy="41854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C4AEB9E-DBC1-4B15-B05E-E6609DBA9A7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727426" y="2344457"/>
            <a:ext cx="413817" cy="514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759FE5B-C84E-4C1D-BF07-80277380D356}"/>
              </a:ext>
            </a:extLst>
          </p:cNvPr>
          <p:cNvCxnSpPr>
            <a:cxnSpLocks/>
            <a:stCxn id="39" idx="3"/>
            <a:endCxn id="6" idx="1"/>
          </p:cNvCxnSpPr>
          <p:nvPr/>
        </p:nvCxnSpPr>
        <p:spPr>
          <a:xfrm flipV="1">
            <a:off x="3727426" y="2395878"/>
            <a:ext cx="413817" cy="3879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F930C2A-EA27-4C45-908D-EA1677457EA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27426" y="2395876"/>
            <a:ext cx="413817" cy="779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3601AA-3053-4A3E-A8C0-1C2442B132B7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3727421" y="2344458"/>
            <a:ext cx="411891" cy="6182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6248EC1-AEFB-499E-BBC1-586829BCD2C8}"/>
              </a:ext>
            </a:extLst>
          </p:cNvPr>
          <p:cNvCxnSpPr>
            <a:cxnSpLocks/>
            <a:stCxn id="57" idx="1"/>
            <a:endCxn id="39" idx="3"/>
          </p:cNvCxnSpPr>
          <p:nvPr/>
        </p:nvCxnSpPr>
        <p:spPr>
          <a:xfrm flipH="1" flipV="1">
            <a:off x="3727421" y="2783814"/>
            <a:ext cx="411891" cy="178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08ABABD-ADB7-4E66-A17A-E735E893052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3727421" y="2962701"/>
            <a:ext cx="411891" cy="2126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29187CA6-F9C9-4644-8A9D-29947835D324}"/>
              </a:ext>
            </a:extLst>
          </p:cNvPr>
          <p:cNvSpPr/>
          <p:nvPr/>
        </p:nvSpPr>
        <p:spPr>
          <a:xfrm>
            <a:off x="6163071" y="2212601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89" name="弧形 88">
            <a:extLst>
              <a:ext uri="{FF2B5EF4-FFF2-40B4-BE49-F238E27FC236}">
                <a16:creationId xmlns:a16="http://schemas.microsoft.com/office/drawing/2014/main" id="{3015042E-41E8-4F12-91E5-C0F52B00FA51}"/>
              </a:ext>
            </a:extLst>
          </p:cNvPr>
          <p:cNvSpPr/>
          <p:nvPr/>
        </p:nvSpPr>
        <p:spPr>
          <a:xfrm rot="5770042">
            <a:off x="6102840" y="2148467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AE60560-4D85-4DD0-9F89-241BEEA1A4AC}"/>
              </a:ext>
            </a:extLst>
          </p:cNvPr>
          <p:cNvCxnSpPr>
            <a:cxnSpLocks/>
          </p:cNvCxnSpPr>
          <p:nvPr/>
        </p:nvCxnSpPr>
        <p:spPr>
          <a:xfrm>
            <a:off x="6324944" y="2266769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4B2AA7E-674C-4398-9595-51A2F3416301}"/>
              </a:ext>
            </a:extLst>
          </p:cNvPr>
          <p:cNvCxnSpPr>
            <a:cxnSpLocks/>
          </p:cNvCxnSpPr>
          <p:nvPr/>
        </p:nvCxnSpPr>
        <p:spPr>
          <a:xfrm>
            <a:off x="6394265" y="2336673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E6EFDDD-76CD-4263-BF62-18B6694EC17F}"/>
              </a:ext>
            </a:extLst>
          </p:cNvPr>
          <p:cNvCxnSpPr/>
          <p:nvPr/>
        </p:nvCxnSpPr>
        <p:spPr>
          <a:xfrm>
            <a:off x="6443313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68C6FF6-EB69-4A21-8A09-5D5775BBA2AE}"/>
              </a:ext>
            </a:extLst>
          </p:cNvPr>
          <p:cNvCxnSpPr/>
          <p:nvPr/>
        </p:nvCxnSpPr>
        <p:spPr>
          <a:xfrm>
            <a:off x="6530225" y="2212602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>
            <a:extLst>
              <a:ext uri="{FF2B5EF4-FFF2-40B4-BE49-F238E27FC236}">
                <a16:creationId xmlns:a16="http://schemas.microsoft.com/office/drawing/2014/main" id="{09E0DC23-64A9-42C0-93FA-174CA50AA99C}"/>
              </a:ext>
            </a:extLst>
          </p:cNvPr>
          <p:cNvSpPr/>
          <p:nvPr/>
        </p:nvSpPr>
        <p:spPr>
          <a:xfrm>
            <a:off x="6163071" y="2572465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07" name="弧形 106">
            <a:extLst>
              <a:ext uri="{FF2B5EF4-FFF2-40B4-BE49-F238E27FC236}">
                <a16:creationId xmlns:a16="http://schemas.microsoft.com/office/drawing/2014/main" id="{3A83B3AD-4454-4059-955F-8EE55C500DCE}"/>
              </a:ext>
            </a:extLst>
          </p:cNvPr>
          <p:cNvSpPr/>
          <p:nvPr/>
        </p:nvSpPr>
        <p:spPr>
          <a:xfrm rot="5770042">
            <a:off x="6102840" y="250833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96B2F5D-22A7-40DF-96E1-CDED02260667}"/>
              </a:ext>
            </a:extLst>
          </p:cNvPr>
          <p:cNvCxnSpPr>
            <a:cxnSpLocks/>
          </p:cNvCxnSpPr>
          <p:nvPr/>
        </p:nvCxnSpPr>
        <p:spPr>
          <a:xfrm>
            <a:off x="6324944" y="2626633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6182473-ACC5-42C6-9BF4-B47F4AE8402D}"/>
              </a:ext>
            </a:extLst>
          </p:cNvPr>
          <p:cNvCxnSpPr>
            <a:cxnSpLocks/>
          </p:cNvCxnSpPr>
          <p:nvPr/>
        </p:nvCxnSpPr>
        <p:spPr>
          <a:xfrm>
            <a:off x="6394265" y="269653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F91B582-592E-4909-8A24-0B3871E87253}"/>
              </a:ext>
            </a:extLst>
          </p:cNvPr>
          <p:cNvCxnSpPr/>
          <p:nvPr/>
        </p:nvCxnSpPr>
        <p:spPr>
          <a:xfrm>
            <a:off x="6443313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49612374-3682-4548-845E-2F8684F3C510}"/>
              </a:ext>
            </a:extLst>
          </p:cNvPr>
          <p:cNvCxnSpPr/>
          <p:nvPr/>
        </p:nvCxnSpPr>
        <p:spPr>
          <a:xfrm>
            <a:off x="6571792" y="257246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9B340106-7E7C-474D-B9C0-55428D899889}"/>
              </a:ext>
            </a:extLst>
          </p:cNvPr>
          <p:cNvSpPr/>
          <p:nvPr/>
        </p:nvSpPr>
        <p:spPr>
          <a:xfrm>
            <a:off x="6159523" y="3098076"/>
            <a:ext cx="234747" cy="248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3" name="弧形 112">
            <a:extLst>
              <a:ext uri="{FF2B5EF4-FFF2-40B4-BE49-F238E27FC236}">
                <a16:creationId xmlns:a16="http://schemas.microsoft.com/office/drawing/2014/main" id="{5E1411B4-203C-489F-A261-5F5AE9DB509B}"/>
              </a:ext>
            </a:extLst>
          </p:cNvPr>
          <p:cNvSpPr/>
          <p:nvPr/>
        </p:nvSpPr>
        <p:spPr>
          <a:xfrm rot="5770042">
            <a:off x="6099292" y="3033941"/>
            <a:ext cx="226728" cy="211613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74C5CDB-7AF0-4D49-9EF6-EC9C83230312}"/>
              </a:ext>
            </a:extLst>
          </p:cNvPr>
          <p:cNvCxnSpPr>
            <a:cxnSpLocks/>
          </p:cNvCxnSpPr>
          <p:nvPr/>
        </p:nvCxnSpPr>
        <p:spPr>
          <a:xfrm>
            <a:off x="6321396" y="3152244"/>
            <a:ext cx="0" cy="1115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A06444F-2C3F-4157-8221-ABB3118A764C}"/>
              </a:ext>
            </a:extLst>
          </p:cNvPr>
          <p:cNvCxnSpPr>
            <a:cxnSpLocks/>
          </p:cNvCxnSpPr>
          <p:nvPr/>
        </p:nvCxnSpPr>
        <p:spPr>
          <a:xfrm>
            <a:off x="6390716" y="3222148"/>
            <a:ext cx="3060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0CF3BDB-E830-4D2B-9ED2-E4C659B595BC}"/>
              </a:ext>
            </a:extLst>
          </p:cNvPr>
          <p:cNvCxnSpPr/>
          <p:nvPr/>
        </p:nvCxnSpPr>
        <p:spPr>
          <a:xfrm>
            <a:off x="6496447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14DE8CFA-DB78-4D04-9B86-C68C02EA216F}"/>
              </a:ext>
            </a:extLst>
          </p:cNvPr>
          <p:cNvCxnSpPr/>
          <p:nvPr/>
        </p:nvCxnSpPr>
        <p:spPr>
          <a:xfrm>
            <a:off x="6571945" y="3096826"/>
            <a:ext cx="0" cy="1240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2D0328E5-EFE7-4DC3-8CF3-D39A43234FD8}"/>
              </a:ext>
            </a:extLst>
          </p:cNvPr>
          <p:cNvSpPr/>
          <p:nvPr/>
        </p:nvSpPr>
        <p:spPr>
          <a:xfrm>
            <a:off x="6822768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9CC694DB-3D9C-40CF-B0E0-BA90D066208A}"/>
              </a:ext>
            </a:extLst>
          </p:cNvPr>
          <p:cNvSpPr/>
          <p:nvPr/>
        </p:nvSpPr>
        <p:spPr>
          <a:xfrm>
            <a:off x="6778136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D5F382E-5BC2-46FA-BF73-B870186E4AE3}"/>
              </a:ext>
            </a:extLst>
          </p:cNvPr>
          <p:cNvSpPr/>
          <p:nvPr/>
        </p:nvSpPr>
        <p:spPr>
          <a:xfrm>
            <a:off x="6867400" y="232401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F6D494A-7708-42B5-902B-01AA764A4444}"/>
              </a:ext>
            </a:extLst>
          </p:cNvPr>
          <p:cNvSpPr/>
          <p:nvPr/>
        </p:nvSpPr>
        <p:spPr>
          <a:xfrm>
            <a:off x="6820431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CD15518-38C9-410B-AF9A-571BEDE05462}"/>
              </a:ext>
            </a:extLst>
          </p:cNvPr>
          <p:cNvSpPr/>
          <p:nvPr/>
        </p:nvSpPr>
        <p:spPr>
          <a:xfrm>
            <a:off x="6775800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FF893AF-15BA-4319-87C0-0BB89D3877AC}"/>
              </a:ext>
            </a:extLst>
          </p:cNvPr>
          <p:cNvSpPr/>
          <p:nvPr/>
        </p:nvSpPr>
        <p:spPr>
          <a:xfrm>
            <a:off x="6865063" y="2690772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3368A12-EC2A-47CB-9DFC-1DAE751E21F3}"/>
              </a:ext>
            </a:extLst>
          </p:cNvPr>
          <p:cNvSpPr/>
          <p:nvPr/>
        </p:nvSpPr>
        <p:spPr>
          <a:xfrm>
            <a:off x="6826011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814514B-2E88-4F29-A51F-CA0CECBAD72E}"/>
              </a:ext>
            </a:extLst>
          </p:cNvPr>
          <p:cNvSpPr/>
          <p:nvPr/>
        </p:nvSpPr>
        <p:spPr>
          <a:xfrm>
            <a:off x="6781379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B7C47383-4A09-4F3C-A49E-3A07E8031665}"/>
              </a:ext>
            </a:extLst>
          </p:cNvPr>
          <p:cNvSpPr/>
          <p:nvPr/>
        </p:nvSpPr>
        <p:spPr>
          <a:xfrm>
            <a:off x="6870642" y="3219400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1A9934DB-9D44-431E-8C6E-83523167679B}"/>
              </a:ext>
            </a:extLst>
          </p:cNvPr>
          <p:cNvSpPr/>
          <p:nvPr/>
        </p:nvSpPr>
        <p:spPr>
          <a:xfrm>
            <a:off x="6820431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771EF984-BC0F-4705-903B-471BB1F6D7E4}"/>
              </a:ext>
            </a:extLst>
          </p:cNvPr>
          <p:cNvSpPr/>
          <p:nvPr/>
        </p:nvSpPr>
        <p:spPr>
          <a:xfrm>
            <a:off x="6775800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C2615B95-3A93-4D48-A8EF-C6AE4AE9819A}"/>
              </a:ext>
            </a:extLst>
          </p:cNvPr>
          <p:cNvSpPr/>
          <p:nvPr/>
        </p:nvSpPr>
        <p:spPr>
          <a:xfrm>
            <a:off x="6865063" y="2953499"/>
            <a:ext cx="11157" cy="111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74A1A33-076F-49F4-93FD-A30E168186B9}"/>
              </a:ext>
            </a:extLst>
          </p:cNvPr>
          <p:cNvSpPr/>
          <p:nvPr/>
        </p:nvSpPr>
        <p:spPr>
          <a:xfrm>
            <a:off x="6071258" y="2131321"/>
            <a:ext cx="884241" cy="125645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E52E6B4E-5DC8-4DF8-8A95-F5BD0DCD41FA}"/>
              </a:ext>
            </a:extLst>
          </p:cNvPr>
          <p:cNvCxnSpPr>
            <a:cxnSpLocks/>
            <a:stCxn id="6" idx="3"/>
            <a:endCxn id="88" idx="2"/>
          </p:cNvCxnSpPr>
          <p:nvPr/>
        </p:nvCxnSpPr>
        <p:spPr>
          <a:xfrm flipV="1">
            <a:off x="5654612" y="2336677"/>
            <a:ext cx="508457" cy="59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E724303C-072B-40E4-A209-EAC3483B6777}"/>
              </a:ext>
            </a:extLst>
          </p:cNvPr>
          <p:cNvCxnSpPr>
            <a:cxnSpLocks/>
            <a:stCxn id="6" idx="3"/>
            <a:endCxn id="106" idx="2"/>
          </p:cNvCxnSpPr>
          <p:nvPr/>
        </p:nvCxnSpPr>
        <p:spPr>
          <a:xfrm>
            <a:off x="5654612" y="2395872"/>
            <a:ext cx="508457" cy="300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A1B6316-05D7-4EC9-A692-EF53A02798BE}"/>
              </a:ext>
            </a:extLst>
          </p:cNvPr>
          <p:cNvCxnSpPr>
            <a:cxnSpLocks/>
            <a:stCxn id="6" idx="3"/>
            <a:endCxn id="112" idx="2"/>
          </p:cNvCxnSpPr>
          <p:nvPr/>
        </p:nvCxnSpPr>
        <p:spPr>
          <a:xfrm>
            <a:off x="5654610" y="2395871"/>
            <a:ext cx="504909" cy="826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9EFDA91-20BE-4139-B600-D5B01C1A019A}"/>
              </a:ext>
            </a:extLst>
          </p:cNvPr>
          <p:cNvCxnSpPr>
            <a:cxnSpLocks/>
            <a:stCxn id="88" idx="2"/>
            <a:endCxn id="57" idx="3"/>
          </p:cNvCxnSpPr>
          <p:nvPr/>
        </p:nvCxnSpPr>
        <p:spPr>
          <a:xfrm flipH="1">
            <a:off x="5654612" y="2336675"/>
            <a:ext cx="508457" cy="6260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A322EFE-7BD9-4C92-A1B2-00CB9643C7B4}"/>
              </a:ext>
            </a:extLst>
          </p:cNvPr>
          <p:cNvCxnSpPr>
            <a:cxnSpLocks/>
            <a:stCxn id="106" idx="2"/>
            <a:endCxn id="57" idx="3"/>
          </p:cNvCxnSpPr>
          <p:nvPr/>
        </p:nvCxnSpPr>
        <p:spPr>
          <a:xfrm flipH="1">
            <a:off x="5654612" y="2696541"/>
            <a:ext cx="508457" cy="266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7DBA6E4A-7E67-490A-8144-15A1193BA8C7}"/>
              </a:ext>
            </a:extLst>
          </p:cNvPr>
          <p:cNvCxnSpPr>
            <a:cxnSpLocks/>
            <a:stCxn id="112" idx="2"/>
            <a:endCxn id="57" idx="3"/>
          </p:cNvCxnSpPr>
          <p:nvPr/>
        </p:nvCxnSpPr>
        <p:spPr>
          <a:xfrm flipH="1" flipV="1">
            <a:off x="5654610" y="2962697"/>
            <a:ext cx="504909" cy="2594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B507CD75-8F95-4441-A2F2-9D519583A1E0}"/>
              </a:ext>
            </a:extLst>
          </p:cNvPr>
          <p:cNvSpPr/>
          <p:nvPr/>
        </p:nvSpPr>
        <p:spPr>
          <a:xfrm>
            <a:off x="7179048" y="2584086"/>
            <a:ext cx="750409" cy="272675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AF249EA-F624-457A-902D-4F187DA429E0}"/>
              </a:ext>
            </a:extLst>
          </p:cNvPr>
          <p:cNvSpPr txBox="1"/>
          <p:nvPr/>
        </p:nvSpPr>
        <p:spPr>
          <a:xfrm>
            <a:off x="7159504" y="2637905"/>
            <a:ext cx="852059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Classification loss</a:t>
            </a:r>
            <a:endParaRPr lang="zh-CN" altLang="en-US" sz="744" dirty="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0198133-DAD8-4506-8337-673C39ECA311}"/>
              </a:ext>
            </a:extLst>
          </p:cNvPr>
          <p:cNvSpPr txBox="1"/>
          <p:nvPr/>
        </p:nvSpPr>
        <p:spPr>
          <a:xfrm>
            <a:off x="6270503" y="1955252"/>
            <a:ext cx="566663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Post-spike</a:t>
            </a:r>
            <a:endParaRPr lang="zh-CN" altLang="en-US" sz="744" dirty="0"/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9F1CD3C-99EC-4029-B247-4E8F36E74F38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6948816" y="2626635"/>
            <a:ext cx="210688" cy="114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D688225-4B9C-461E-8F21-492275A8D3E4}"/>
              </a:ext>
            </a:extLst>
          </p:cNvPr>
          <p:cNvCxnSpPr>
            <a:cxnSpLocks/>
            <a:stCxn id="151" idx="1"/>
          </p:cNvCxnSpPr>
          <p:nvPr/>
        </p:nvCxnSpPr>
        <p:spPr>
          <a:xfrm flipH="1">
            <a:off x="6955502" y="2741331"/>
            <a:ext cx="204002" cy="1324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9E2A358-1BBD-4C2F-9B79-BA0357008FFB}"/>
              </a:ext>
            </a:extLst>
          </p:cNvPr>
          <p:cNvSpPr/>
          <p:nvPr/>
        </p:nvSpPr>
        <p:spPr>
          <a:xfrm>
            <a:off x="1701374" y="1868393"/>
            <a:ext cx="6310189" cy="1890013"/>
          </a:xfrm>
          <a:prstGeom prst="round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6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AAC58F32-7A32-42E1-8B89-35FB9A154A4F}"/>
              </a:ext>
            </a:extLst>
          </p:cNvPr>
          <p:cNvCxnSpPr>
            <a:cxnSpLocks/>
          </p:cNvCxnSpPr>
          <p:nvPr/>
        </p:nvCxnSpPr>
        <p:spPr>
          <a:xfrm>
            <a:off x="1929038" y="3593430"/>
            <a:ext cx="2231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E9C4678-AF1E-46BC-9567-8EEFFDE0471D}"/>
              </a:ext>
            </a:extLst>
          </p:cNvPr>
          <p:cNvSpPr txBox="1"/>
          <p:nvPr/>
        </p:nvSpPr>
        <p:spPr>
          <a:xfrm>
            <a:off x="2152195" y="3507969"/>
            <a:ext cx="489125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Forward</a:t>
            </a:r>
            <a:endParaRPr lang="zh-CN" altLang="en-US" sz="744" dirty="0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076703E6-9160-4435-A7EE-24AD624FCB10}"/>
              </a:ext>
            </a:extLst>
          </p:cNvPr>
          <p:cNvCxnSpPr>
            <a:cxnSpLocks/>
          </p:cNvCxnSpPr>
          <p:nvPr/>
        </p:nvCxnSpPr>
        <p:spPr>
          <a:xfrm>
            <a:off x="2641320" y="3593430"/>
            <a:ext cx="22315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F4694969-6B5E-4398-A3BA-FD30376D447A}"/>
              </a:ext>
            </a:extLst>
          </p:cNvPr>
          <p:cNvSpPr txBox="1"/>
          <p:nvPr/>
        </p:nvSpPr>
        <p:spPr>
          <a:xfrm>
            <a:off x="2864483" y="3507971"/>
            <a:ext cx="587088" cy="20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44" dirty="0"/>
              <a:t>Backward</a:t>
            </a:r>
            <a:endParaRPr lang="zh-CN" altLang="en-US" sz="744" dirty="0"/>
          </a:p>
        </p:txBody>
      </p:sp>
    </p:spTree>
    <p:extLst>
      <p:ext uri="{BB962C8B-B14F-4D97-AF65-F5344CB8AC3E}">
        <p14:creationId xmlns:p14="http://schemas.microsoft.com/office/powerpoint/2010/main" val="871324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1994</TotalTime>
  <Words>158</Words>
  <Application>Microsoft Office PowerPoint</Application>
  <PresentationFormat>自定义</PresentationFormat>
  <Paragraphs>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Z</dc:creator>
  <cp:lastModifiedBy>z Z</cp:lastModifiedBy>
  <cp:revision>27</cp:revision>
  <dcterms:created xsi:type="dcterms:W3CDTF">2024-02-06T08:13:21Z</dcterms:created>
  <dcterms:modified xsi:type="dcterms:W3CDTF">2024-02-20T08:19:21Z</dcterms:modified>
</cp:coreProperties>
</file>